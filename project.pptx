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slideMasters/slideMaster2.xml" ContentType="application/vnd.openxmlformats-officedocument.presentationml.slideMaster+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Slides/notesSlide1.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 id="2147483649" r:id="rId2"/>
  </p:sldMasterIdLst>
  <p:notesMasterIdLst>
    <p:notesMasterId r:id="rId3"/>
  </p:notesMasterIdLst>
  <p:sldIdLst>
    <p:sldId id="257" r:id="rId4"/>
    <p:sldId id="258" r:id="rId5"/>
    <p:sldId id="259" r:id="rId6"/>
    <p:sldId id="260" r:id="rId7"/>
    <p:sldId id="261" r:id="rId8"/>
    <p:sldId id="262" r:id="rId9"/>
    <p:sldId id="263" r:id="rId10"/>
    <p:sldId id="264" r:id="rId11"/>
    <p:sldId id="265" r:id="rId12"/>
    <p:sldId id="266" r:id="rId13"/>
    <p:sldId id="267" r:id="rId14"/>
    <p:sldId id="275" r:id="rId15"/>
    <p:sldId id="268" r:id="rId16"/>
    <p:sldId id="269" r:id="rId17"/>
    <p:sldId id="281" r:id="rId18"/>
    <p:sldId id="270" r:id="rId19"/>
    <p:sldId id="272" r:id="rId20"/>
    <p:sldId id="280" r:id="rId21"/>
    <p:sldId id="273" r:id="rId22"/>
  </p:sldIdLst>
  <p:sldSz type="screen4x3" cy="6858000" cx="9144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showOutlineIcons="0">
    <p:restoredLeft sz="15620"/>
    <p:restoredTop sz="94660"/>
  </p:normalViewPr>
  <p:slideViewPr>
    <p:cSldViewPr>
      <p:cViewPr varScale="1">
        <p:scale>
          <a:sx n="65" d="100"/>
          <a:sy n="65" d="100"/>
        </p:scale>
        <p:origin x="-1452" y="-11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tableStyles" Target="tableStyles.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85" name=""/>
        <p:cNvGrpSpPr/>
        <p:nvPr/>
      </p:nvGrpSpPr>
      <p:grpSpPr>
        <a:xfrm>
          <a:off x="0" y="0"/>
          <a:ext cx="0" cy="0"/>
          <a:chOff x="0" y="0"/>
          <a:chExt cx="0" cy="0"/>
        </a:xfrm>
      </p:grpSpPr>
      <p:sp>
        <p:nvSpPr>
          <p:cNvPr id="1048744" name="Header Placeholder 1"/>
          <p:cNvSpPr>
            <a:spLocks noGrp="1"/>
          </p:cNvSpPr>
          <p:nvPr>
            <p:ph type="hdr" sz="quarter"/>
          </p:nvPr>
        </p:nvSpPr>
        <p:spPr>
          <a:xfrm>
            <a:off x="0" y="0"/>
            <a:ext cx="2971800" cy="457200"/>
          </a:xfrm>
          <a:prstGeom prst="rect"/>
        </p:spPr>
        <p:txBody>
          <a:bodyPr bIns="45720" lIns="91440" rIns="91440" rtlCol="0" tIns="45720" vert="horz"/>
          <a:lstStyle>
            <a:lvl1pPr algn="l">
              <a:defRPr sz="1200"/>
            </a:lvl1pPr>
          </a:lstStyle>
          <a:p>
            <a:endParaRPr lang="en-US"/>
          </a:p>
        </p:txBody>
      </p:sp>
      <p:sp>
        <p:nvSpPr>
          <p:cNvPr id="1048745" name="Date Placeholder 2"/>
          <p:cNvSpPr>
            <a:spLocks noGrp="1"/>
          </p:cNvSpPr>
          <p:nvPr>
            <p:ph type="dt" idx="1"/>
          </p:nvPr>
        </p:nvSpPr>
        <p:spPr>
          <a:xfrm>
            <a:off x="3884613" y="0"/>
            <a:ext cx="2971800" cy="457200"/>
          </a:xfrm>
          <a:prstGeom prst="rect"/>
        </p:spPr>
        <p:txBody>
          <a:bodyPr bIns="45720" lIns="91440" rIns="91440" rtlCol="0" tIns="45720" vert="horz"/>
          <a:lstStyle>
            <a:lvl1pPr algn="r">
              <a:defRPr sz="1200"/>
            </a:lvl1pPr>
          </a:lstStyle>
          <a:p>
            <a:fld id="{44EF990B-D9FC-4DAA-9B97-401F237FC6D5}" type="datetimeFigureOut">
              <a:rPr lang="en-US" smtClean="0"/>
              <a:t>3/1/2025</a:t>
            </a:fld>
            <a:endParaRPr lang="en-US"/>
          </a:p>
        </p:txBody>
      </p:sp>
      <p:sp>
        <p:nvSpPr>
          <p:cNvPr id="1048746" name="Slide Image Placeholder 3"/>
          <p:cNvSpPr>
            <a:spLocks noChangeAspect="1" noRot="1" noGrp="1"/>
          </p:cNvSpPr>
          <p:nvPr>
            <p:ph type="sldImg" idx="2"/>
          </p:nvPr>
        </p:nvSpPr>
        <p:spPr>
          <a:xfrm>
            <a:off x="1143000" y="685800"/>
            <a:ext cx="4572000" cy="3429000"/>
          </a:xfrm>
          <a:prstGeom prst="rect"/>
          <a:noFill/>
          <a:ln w="12700">
            <a:solidFill>
              <a:prstClr val="black"/>
            </a:solidFill>
          </a:ln>
        </p:spPr>
        <p:txBody>
          <a:bodyPr anchor="ctr" bIns="45720" lIns="91440" rIns="91440" rtlCol="0" tIns="45720" vert="horz"/>
          <a:p>
            <a:endParaRPr lang="en-US"/>
          </a:p>
        </p:txBody>
      </p:sp>
      <p:sp>
        <p:nvSpPr>
          <p:cNvPr id="1048747" name="Notes Placeholder 4"/>
          <p:cNvSpPr>
            <a:spLocks noGrp="1"/>
          </p:cNvSpPr>
          <p:nvPr>
            <p:ph type="body" sz="quarter" idx="3"/>
          </p:nvPr>
        </p:nvSpPr>
        <p:spPr>
          <a:xfrm>
            <a:off x="685800" y="4343400"/>
            <a:ext cx="5486400" cy="4114800"/>
          </a:xfrm>
          <a:prstGeom prst="rect"/>
        </p:spPr>
        <p:txBody>
          <a:bodyPr bIns="45720" lIns="91440" rIns="91440" rtlCol="0" tIns="45720" vert="horz">
            <a:normAutofit/>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48" name="Footer Placeholder 5"/>
          <p:cNvSpPr>
            <a:spLocks noGrp="1"/>
          </p:cNvSpPr>
          <p:nvPr>
            <p:ph type="ftr" sz="quarter" idx="4"/>
          </p:nvPr>
        </p:nvSpPr>
        <p:spPr>
          <a:xfrm>
            <a:off x="0" y="8685213"/>
            <a:ext cx="2971800" cy="457200"/>
          </a:xfrm>
          <a:prstGeom prst="rect"/>
        </p:spPr>
        <p:txBody>
          <a:bodyPr anchor="b" bIns="45720" lIns="91440" rIns="91440" rtlCol="0" tIns="45720" vert="horz"/>
          <a:lstStyle>
            <a:lvl1pPr algn="l">
              <a:defRPr sz="1200"/>
            </a:lvl1pPr>
          </a:lstStyle>
          <a:p>
            <a:endParaRPr lang="en-US"/>
          </a:p>
        </p:txBody>
      </p:sp>
      <p:sp>
        <p:nvSpPr>
          <p:cNvPr id="1048749" name="Slide Number Placeholder 6"/>
          <p:cNvSpPr>
            <a:spLocks noGrp="1"/>
          </p:cNvSpPr>
          <p:nvPr>
            <p:ph type="sldNum" sz="quarter" idx="5"/>
          </p:nvPr>
        </p:nvSpPr>
        <p:spPr>
          <a:xfrm>
            <a:off x="3884613" y="8685213"/>
            <a:ext cx="2971800" cy="457200"/>
          </a:xfrm>
          <a:prstGeom prst="rect"/>
        </p:spPr>
        <p:txBody>
          <a:bodyPr anchor="b" bIns="45720" lIns="91440" rIns="91440" rtlCol="0" tIns="45720" vert="horz"/>
          <a:lstStyle>
            <a:lvl1pPr algn="r">
              <a:defRPr sz="1200"/>
            </a:lvl1pPr>
          </a:lstStyle>
          <a:p>
            <a:fld id="{12501F6E-65ED-46FC-9621-C91960801D36}" type="slidenum">
              <a:rPr lang="en-US" smtClean="0"/>
              <a:t>‹#›</a:t>
            </a:fld>
            <a:endParaRPr lang="en-US"/>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53" name=""/>
        <p:cNvGrpSpPr/>
        <p:nvPr/>
      </p:nvGrpSpPr>
      <p:grpSpPr>
        <a:xfrm>
          <a:off x="0" y="0"/>
          <a:ext cx="0" cy="0"/>
          <a:chOff x="0" y="0"/>
          <a:chExt cx="0" cy="0"/>
        </a:xfrm>
      </p:grpSpPr>
      <p:sp>
        <p:nvSpPr>
          <p:cNvPr id="1048626" name="Slide Image Placeholder 1"/>
          <p:cNvSpPr>
            <a:spLocks noChangeAspect="1" noRot="1" noGrp="1"/>
          </p:cNvSpPr>
          <p:nvPr>
            <p:ph type="sldImg"/>
          </p:nvPr>
        </p:nvSpPr>
        <p:spPr/>
      </p:sp>
      <p:sp>
        <p:nvSpPr>
          <p:cNvPr id="1048627" name="Notes Placeholder 2"/>
          <p:cNvSpPr>
            <a:spLocks noGrp="1"/>
          </p:cNvSpPr>
          <p:nvPr>
            <p:ph type="body" idx="1"/>
          </p:nvPr>
        </p:nvSpPr>
        <p:spPr/>
        <p:txBody>
          <a:bodyPr>
            <a:normAutofit/>
          </a:bodyPr>
          <a:p>
            <a:endParaRPr dirty="0" lang="en-US"/>
          </a:p>
        </p:txBody>
      </p:sp>
      <p:sp>
        <p:nvSpPr>
          <p:cNvPr id="1048628" name="Slide Number Placeholder 3"/>
          <p:cNvSpPr>
            <a:spLocks noGrp="1"/>
          </p:cNvSpPr>
          <p:nvPr>
            <p:ph type="sldNum" sz="quarter" idx="10"/>
          </p:nvPr>
        </p:nvSpPr>
        <p:spPr/>
        <p:txBody>
          <a:bodyPr/>
          <a:p>
            <a:fld id="{12501F6E-65ED-46FC-9621-C91960801D36}" type="slidenum">
              <a:rPr lang="en-US" smtClean="0"/>
              <a:t>13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type="title">
  <p:cSld name="Title Slide">
    <p:bg>
      <p:bgRef idx="1002">
        <a:schemeClr val="bg1"/>
      </p:bgRef>
    </p:bg>
    <p:spTree>
      <p:nvGrpSpPr>
        <p:cNvPr id="25" name=""/>
        <p:cNvGrpSpPr/>
        <p:nvPr/>
      </p:nvGrpSpPr>
      <p:grpSpPr>
        <a:xfrm>
          <a:off x="0" y="0"/>
          <a:ext cx="0" cy="0"/>
          <a:chOff x="0" y="0"/>
          <a:chExt cx="0" cy="0"/>
        </a:xfrm>
      </p:grpSpPr>
      <p:sp>
        <p:nvSpPr>
          <p:cNvPr id="1048582" name="Rectangle 7"/>
          <p:cNvSpPr/>
          <p:nvPr/>
        </p:nvSpPr>
        <p:spPr>
          <a:xfrm flipH="1">
            <a:off x="2667000" y="0"/>
            <a:ext cx="6477000" cy="6858000"/>
          </a:xfrm>
          <a:prstGeom prst="rect"/>
          <a:blipFill>
            <a:blip xmlns:r="http://schemas.openxmlformats.org/officeDocument/2006/relationships" r:embed="rId1">
              <a:alphaModFix amt="43000"/>
            </a:blip>
            <a:tile algn="tl" flip="none" sx="50000" sy="50000" tx="0" ty="0"/>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gradFill>
            </a:fillOverlay>
            <a:innerShdw blurRad="63500" dir="10800000" dist="4445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8583" name="Straight Connector 8"/>
          <p:cNvSpPr>
            <a:spLocks noChangeShapeType="1"/>
          </p:cNvSpPr>
          <p:nvPr/>
        </p:nvSpPr>
        <p:spPr bwMode="auto">
          <a:xfrm rot="16200000">
            <a:off x="-762000" y="3429000"/>
            <a:ext cx="6858000" cy="0"/>
          </a:xfrm>
          <a:prstGeom prst="line"/>
          <a:noFill/>
          <a:ln w="11430" cap="flat" cmpd="sng" algn="ctr">
            <a:solidFill>
              <a:schemeClr val="bg1">
                <a:shade val="95000"/>
              </a:schemeClr>
            </a:solidFill>
            <a:prstDash val="solid"/>
            <a:miter lim="800000"/>
            <a:headEnd type="none" w="med" len="med"/>
            <a:tailEnd type="none" w="med" len="med"/>
          </a:ln>
          <a:effectLst/>
        </p:spPr>
        <p:txBody>
          <a:bodyPr anchor="t" bIns="45720" compatLnSpc="1" lIns="91440" rIns="91440" tIns="45720" vert="horz" wrap="square"/>
          <a:p>
            <a:endParaRPr kumimoji="0" lang="en-US"/>
          </a:p>
        </p:txBody>
      </p:sp>
      <p:sp>
        <p:nvSpPr>
          <p:cNvPr id="1048584" name="Title 11"/>
          <p:cNvSpPr>
            <a:spLocks noGrp="1"/>
          </p:cNvSpPr>
          <p:nvPr>
            <p:ph type="ctrTitle"/>
          </p:nvPr>
        </p:nvSpPr>
        <p:spPr>
          <a:xfrm>
            <a:off x="3366868" y="533400"/>
            <a:ext cx="5105400" cy="2868168"/>
          </a:xfrm>
        </p:spPr>
        <p:txBody>
          <a:bodyPr lIns="45720" rIns="45720" tIns="0">
            <a:noAutofit/>
          </a:bodyPr>
          <a:lstStyle>
            <a:lvl1pPr algn="r">
              <a:defRPr b="1" sz="4200"/>
            </a:lvl1pPr>
          </a:lstStyle>
          <a:p>
            <a:r>
              <a:rPr kumimoji="0" lang="en-US" smtClean="0"/>
              <a:t>Click to edit Master title style</a:t>
            </a:r>
            <a:endParaRPr kumimoji="0" lang="en-US"/>
          </a:p>
        </p:txBody>
      </p:sp>
      <p:sp>
        <p:nvSpPr>
          <p:cNvPr id="1048585" name="Subtitle 24"/>
          <p:cNvSpPr>
            <a:spLocks noGrp="1"/>
          </p:cNvSpPr>
          <p:nvPr>
            <p:ph type="subTitle" idx="1"/>
          </p:nvPr>
        </p:nvSpPr>
        <p:spPr>
          <a:xfrm>
            <a:off x="3354442" y="3539864"/>
            <a:ext cx="5114778" cy="1101248"/>
          </a:xfrm>
        </p:spPr>
        <p:txBody>
          <a:bodyPr bIns="0" lIns="45720" rIns="45720" tIns="0"/>
          <a:lstStyle>
            <a:lvl1pPr algn="r" indent="0" marL="0">
              <a:buNone/>
              <a:defRPr sz="2200">
                <a:solidFill>
                  <a:srgbClr val="FFFFFF"/>
                </a:solidFill>
                <a:effectLst/>
              </a:defRPr>
            </a:lvl1pPr>
            <a:lvl2pPr algn="ctr" indent="0" marL="457200">
              <a:buNone/>
            </a:lvl2pPr>
            <a:lvl3pPr algn="ctr" indent="0" marL="914400">
              <a:buNone/>
            </a:lvl3pPr>
            <a:lvl4pPr algn="ctr" indent="0" marL="1371600">
              <a:buNone/>
            </a:lvl4pPr>
            <a:lvl5pPr algn="ctr" indent="0" marL="1828800">
              <a:buNone/>
            </a:lvl5pPr>
            <a:lvl6pPr algn="ctr" indent="0" marL="2286000">
              <a:buNone/>
            </a:lvl6pPr>
            <a:lvl7pPr algn="ctr" indent="0" marL="2743200">
              <a:buNone/>
            </a:lvl7pPr>
            <a:lvl8pPr algn="ctr" indent="0" marL="3200400">
              <a:buNone/>
            </a:lvl8pPr>
            <a:lvl9pPr algn="ctr" indent="0" marL="3657600">
              <a:buNone/>
            </a:lvl9pPr>
          </a:lstStyle>
          <a:p>
            <a:r>
              <a:rPr kumimoji="0" lang="en-US" smtClean="0"/>
              <a:t>Click to edit Master subtitle style</a:t>
            </a:r>
            <a:endParaRPr kumimoji="0" lang="en-US"/>
          </a:p>
        </p:txBody>
      </p:sp>
      <p:sp>
        <p:nvSpPr>
          <p:cNvPr id="1048586" name="Date Placeholder 30"/>
          <p:cNvSpPr>
            <a:spLocks noGrp="1"/>
          </p:cNvSpPr>
          <p:nvPr>
            <p:ph type="dt" sz="half" idx="10"/>
          </p:nvPr>
        </p:nvSpPr>
        <p:spPr>
          <a:xfrm>
            <a:off x="5871224" y="6557946"/>
            <a:ext cx="2002464" cy="226902"/>
          </a:xfrm>
        </p:spPr>
        <p:txBody>
          <a:bodyPr/>
          <a:lstStyle>
            <a:lvl1pPr>
              <a:defRPr lang="en-US" smtClean="0">
                <a:solidFill>
                  <a:srgbClr val="FFFFFF"/>
                </a:solidFill>
              </a:defRPr>
            </a:lvl1pPr>
          </a:lstStyle>
          <a:p>
            <a:fld id="{2BC928E7-4B28-467A-A962-2479969ED776}" type="datetimeFigureOut">
              <a:rPr lang="en-US" smtClean="0"/>
              <a:t>3/1/2025</a:t>
            </a:fld>
            <a:endParaRPr lang="en-US"/>
          </a:p>
        </p:txBody>
      </p:sp>
      <p:sp>
        <p:nvSpPr>
          <p:cNvPr id="1048587" name="Footer Placeholder 17"/>
          <p:cNvSpPr>
            <a:spLocks noGrp="1"/>
          </p:cNvSpPr>
          <p:nvPr>
            <p:ph type="ftr" sz="quarter" idx="11"/>
          </p:nvPr>
        </p:nvSpPr>
        <p:spPr>
          <a:xfrm>
            <a:off x="2819400" y="6557946"/>
            <a:ext cx="2927722" cy="228600"/>
          </a:xfrm>
        </p:spPr>
        <p:txBody>
          <a:bodyPr/>
          <a:lstStyle>
            <a:lvl1pPr>
              <a:defRPr dirty="0" lang="en-US">
                <a:solidFill>
                  <a:srgbClr val="FFFFFF"/>
                </a:solidFill>
              </a:defRPr>
            </a:lvl1pPr>
          </a:lstStyle>
          <a:p>
            <a:endParaRPr lang="en-US"/>
          </a:p>
        </p:txBody>
      </p:sp>
      <p:sp>
        <p:nvSpPr>
          <p:cNvPr id="1048588" name="Slide Number Placeholder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lstStyle>
          <a:p>
            <a:fld id="{66A50628-A314-461E-B4BD-87B4C3BFCCAA}" type="slidenum">
              <a:rPr lang="en-US" smtClean="0"/>
              <a:t>‹#›</a:t>
            </a:fld>
            <a:endParaRPr lang="en-US"/>
          </a:p>
        </p:txBody>
      </p:sp>
    </p:spTree>
  </p:cSld>
  <p:clrMapOvr>
    <a:overrideClrMapping accent1="accent1" accent2="accent2" accent3="accent3" accent4="accent4" accent5="accent5" accent6="accent6" bg1="lt1" bg2="lt2" tx1="dk1" tx2="dk2"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34" name=""/>
        <p:cNvGrpSpPr/>
        <p:nvPr/>
      </p:nvGrpSpPr>
      <p:grpSpPr>
        <a:xfrm>
          <a:off x="0" y="0"/>
          <a:ext cx="0" cy="0"/>
          <a:chOff x="0" y="0"/>
          <a:chExt cx="0" cy="0"/>
        </a:xfrm>
      </p:grpSpPr>
      <p:sp>
        <p:nvSpPr>
          <p:cNvPr id="1048591" name="Title 1"/>
          <p:cNvSpPr>
            <a:spLocks noGrp="1"/>
          </p:cNvSpPr>
          <p:nvPr>
            <p:ph type="title"/>
          </p:nvPr>
        </p:nvSpPr>
        <p:spPr/>
        <p:txBody>
          <a:bodyPr/>
          <a:p>
            <a:r>
              <a:rPr kumimoji="0" lang="en-US" smtClean="0"/>
              <a:t>Click to edit Master title style</a:t>
            </a:r>
            <a:endParaRPr kumimoji="0" lang="en-US"/>
          </a:p>
        </p:txBody>
      </p:sp>
      <p:sp>
        <p:nvSpPr>
          <p:cNvPr id="1048592" name="Content Placeholder 2"/>
          <p:cNvSpPr>
            <a:spLocks noGrp="1"/>
          </p:cNvSpPr>
          <p:nvPr>
            <p:ph idx="1"/>
          </p:nvPr>
        </p:nvSpPr>
        <p:spPr/>
        <p:txBody>
          <a:bodyPr/>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593" name="Date Placeholder 3"/>
          <p:cNvSpPr>
            <a:spLocks noGrp="1"/>
          </p:cNvSpPr>
          <p:nvPr>
            <p:ph type="dt" sz="half" idx="10"/>
          </p:nvPr>
        </p:nvSpPr>
        <p:spPr/>
        <p:txBody>
          <a:bodyPr/>
          <a:p>
            <a:fld id="{2BC928E7-4B28-467A-A962-2479969ED776}" type="datetimeFigureOut">
              <a:rPr lang="en-US" smtClean="0"/>
              <a:t>3/1/2025</a:t>
            </a:fld>
            <a:endParaRPr lang="en-US"/>
          </a:p>
        </p:txBody>
      </p:sp>
      <p:sp>
        <p:nvSpPr>
          <p:cNvPr id="1048594" name="Footer Placeholder 4"/>
          <p:cNvSpPr>
            <a:spLocks noGrp="1"/>
          </p:cNvSpPr>
          <p:nvPr>
            <p:ph type="ftr" sz="quarter" idx="11"/>
          </p:nvPr>
        </p:nvSpPr>
        <p:spPr/>
        <p:txBody>
          <a:bodyPr/>
          <a:p>
            <a:endParaRPr lang="en-US"/>
          </a:p>
        </p:txBody>
      </p:sp>
      <p:sp>
        <p:nvSpPr>
          <p:cNvPr id="1048595" name="Slide Number Placeholder 5"/>
          <p:cNvSpPr>
            <a:spLocks noGrp="1"/>
          </p:cNvSpPr>
          <p:nvPr>
            <p:ph type="sldNum" sz="quarter" idx="12"/>
          </p:nvPr>
        </p:nvSpPr>
        <p:spPr/>
        <p:txBody>
          <a:bodyPr/>
          <a:p>
            <a:fld id="{66A50628-A314-461E-B4BD-87B4C3BFCCAA}"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bg>
      <p:bgRef idx="1001">
        <a:schemeClr val="bg1"/>
      </p:bgRef>
    </p:bg>
    <p:spTree>
      <p:nvGrpSpPr>
        <p:cNvPr id="81" name=""/>
        <p:cNvGrpSpPr/>
        <p:nvPr/>
      </p:nvGrpSpPr>
      <p:grpSpPr>
        <a:xfrm>
          <a:off x="0" y="0"/>
          <a:ext cx="0" cy="0"/>
          <a:chOff x="0" y="0"/>
          <a:chExt cx="0" cy="0"/>
        </a:xfrm>
      </p:grpSpPr>
      <p:sp>
        <p:nvSpPr>
          <p:cNvPr id="1048719" name="Title 1"/>
          <p:cNvSpPr>
            <a:spLocks noGrp="1"/>
          </p:cNvSpPr>
          <p:nvPr>
            <p:ph type="title"/>
          </p:nvPr>
        </p:nvSpPr>
        <p:spPr>
          <a:xfrm>
            <a:off x="1066800" y="2821837"/>
            <a:ext cx="6255488" cy="1362075"/>
          </a:xfrm>
        </p:spPr>
        <p:txBody>
          <a:bodyPr anchor="t" tIns="0"/>
          <a:lstStyle>
            <a:lvl1pPr algn="r">
              <a:buNone/>
              <a:defRPr b="1" cap="all" sz="4200"/>
            </a:lvl1pPr>
          </a:lstStyle>
          <a:p>
            <a:r>
              <a:rPr kumimoji="0" lang="en-US" smtClean="0"/>
              <a:t>Click to edit Master title style</a:t>
            </a:r>
            <a:endParaRPr kumimoji="0" lang="en-US"/>
          </a:p>
        </p:txBody>
      </p:sp>
      <p:sp>
        <p:nvSpPr>
          <p:cNvPr id="1048720" name="Text Placeholder 2"/>
          <p:cNvSpPr>
            <a:spLocks noGrp="1"/>
          </p:cNvSpPr>
          <p:nvPr>
            <p:ph type="body" idx="1"/>
          </p:nvPr>
        </p:nvSpPr>
        <p:spPr>
          <a:xfrm>
            <a:off x="1066800" y="1905000"/>
            <a:ext cx="6255488" cy="743507"/>
          </a:xfrm>
        </p:spPr>
        <p:txBody>
          <a:bodyPr anchor="b"/>
          <a:lstStyle>
            <a:lvl1pPr algn="r" indent="0" marL="0">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eaLnBrk="1" hangingPunct="1" latinLnBrk="0" lvl="0"/>
            <a:r>
              <a:rPr kumimoji="0" lang="en-US" smtClean="0"/>
              <a:t>Click to edit Master text styles</a:t>
            </a:r>
          </a:p>
        </p:txBody>
      </p:sp>
      <p:sp>
        <p:nvSpPr>
          <p:cNvPr id="1048721" name="Date Placeholder 3"/>
          <p:cNvSpPr>
            <a:spLocks noGrp="1"/>
          </p:cNvSpPr>
          <p:nvPr>
            <p:ph type="dt" sz="half" idx="10"/>
          </p:nvPr>
        </p:nvSpPr>
        <p:spPr>
          <a:xfrm>
            <a:off x="4724238" y="6556810"/>
            <a:ext cx="2002464" cy="226902"/>
          </a:xfrm>
        </p:spPr>
        <p:txBody>
          <a:bodyPr anchor="b" bIns="0"/>
          <a:lstStyle>
            <a:lvl1pPr>
              <a:defRPr>
                <a:solidFill>
                  <a:schemeClr val="tx2"/>
                </a:solidFill>
              </a:defRPr>
            </a:lvl1pPr>
          </a:lstStyle>
          <a:p>
            <a:fld id="{2BC928E7-4B28-467A-A962-2479969ED776}" type="datetimeFigureOut">
              <a:rPr lang="en-US" smtClean="0"/>
              <a:t>3/1/2025</a:t>
            </a:fld>
            <a:endParaRPr lang="en-US"/>
          </a:p>
        </p:txBody>
      </p:sp>
      <p:sp>
        <p:nvSpPr>
          <p:cNvPr id="1048722" name="Footer Placeholder 4"/>
          <p:cNvSpPr>
            <a:spLocks noGrp="1"/>
          </p:cNvSpPr>
          <p:nvPr>
            <p:ph type="ftr" sz="quarter" idx="11"/>
          </p:nvPr>
        </p:nvSpPr>
        <p:spPr>
          <a:xfrm>
            <a:off x="1735358" y="6556810"/>
            <a:ext cx="2895600" cy="228600"/>
          </a:xfrm>
        </p:spPr>
        <p:txBody>
          <a:bodyPr anchor="b" bIns="0"/>
          <a:lstStyle>
            <a:lvl1pPr>
              <a:defRPr>
                <a:solidFill>
                  <a:schemeClr val="tx2"/>
                </a:solidFill>
              </a:defRPr>
            </a:lvl1pPr>
          </a:lstStyle>
          <a:p>
            <a:endParaRPr lang="en-US"/>
          </a:p>
        </p:txBody>
      </p:sp>
      <p:sp>
        <p:nvSpPr>
          <p:cNvPr id="1048723" name="Slide Number Placeholder 5"/>
          <p:cNvSpPr>
            <a:spLocks noGrp="1"/>
          </p:cNvSpPr>
          <p:nvPr>
            <p:ph type="sldNum" sz="quarter" idx="12"/>
          </p:nvPr>
        </p:nvSpPr>
        <p:spPr>
          <a:xfrm>
            <a:off x="6733952" y="6555112"/>
            <a:ext cx="588336" cy="228600"/>
          </a:xfrm>
        </p:spPr>
        <p:txBody>
          <a:bodyPr/>
          <a:p>
            <a:fld id="{66A50628-A314-461E-B4BD-87B4C3BFCCAA}" type="slidenum">
              <a:rPr lang="en-US" smtClean="0"/>
              <a:t>‹#›</a:t>
            </a:fld>
            <a:endParaRPr lang="en-US"/>
          </a:p>
        </p:txBody>
      </p:sp>
    </p:spTree>
  </p:cSld>
  <p:clrMapOvr>
    <a:overrideClrMapping accent1="accent1" accent2="accent2" accent3="accent3" accent4="accent4" accent5="accent5" accent6="accent6" bg1="lt1" bg2="lt2" tx1="dk1" tx2="dk2"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82" name=""/>
        <p:cNvGrpSpPr/>
        <p:nvPr/>
      </p:nvGrpSpPr>
      <p:grpSpPr>
        <a:xfrm>
          <a:off x="0" y="0"/>
          <a:ext cx="0" cy="0"/>
          <a:chOff x="0" y="0"/>
          <a:chExt cx="0" cy="0"/>
        </a:xfrm>
      </p:grpSpPr>
      <p:sp>
        <p:nvSpPr>
          <p:cNvPr id="1048724" name="Title 1"/>
          <p:cNvSpPr>
            <a:spLocks noGrp="1"/>
          </p:cNvSpPr>
          <p:nvPr>
            <p:ph type="title"/>
          </p:nvPr>
        </p:nvSpPr>
        <p:spPr>
          <a:xfrm>
            <a:off x="457200" y="320040"/>
            <a:ext cx="7242048" cy="1143000"/>
          </a:xfrm>
        </p:spPr>
        <p:txBody>
          <a:bodyPr/>
          <a:p>
            <a:r>
              <a:rPr kumimoji="0" lang="en-US" smtClean="0"/>
              <a:t>Click to edit Master title style</a:t>
            </a:r>
            <a:endParaRPr kumimoji="0" lang="en-US"/>
          </a:p>
        </p:txBody>
      </p:sp>
      <p:sp>
        <p:nvSpPr>
          <p:cNvPr id="1048725" name="Content Placeholder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726" name="Content Placeholder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727" name="Date Placeholder 4"/>
          <p:cNvSpPr>
            <a:spLocks noGrp="1"/>
          </p:cNvSpPr>
          <p:nvPr>
            <p:ph type="dt" sz="half" idx="10"/>
          </p:nvPr>
        </p:nvSpPr>
        <p:spPr/>
        <p:txBody>
          <a:bodyPr/>
          <a:p>
            <a:fld id="{2BC928E7-4B28-467A-A962-2479969ED776}" type="datetimeFigureOut">
              <a:rPr lang="en-US" smtClean="0"/>
              <a:t>3/1/2025</a:t>
            </a:fld>
            <a:endParaRPr lang="en-US"/>
          </a:p>
        </p:txBody>
      </p:sp>
      <p:sp>
        <p:nvSpPr>
          <p:cNvPr id="1048728" name="Footer Placeholder 5"/>
          <p:cNvSpPr>
            <a:spLocks noGrp="1"/>
          </p:cNvSpPr>
          <p:nvPr>
            <p:ph type="ftr" sz="quarter" idx="11"/>
          </p:nvPr>
        </p:nvSpPr>
        <p:spPr/>
        <p:txBody>
          <a:bodyPr/>
          <a:p>
            <a:endParaRPr lang="en-US"/>
          </a:p>
        </p:txBody>
      </p:sp>
      <p:sp>
        <p:nvSpPr>
          <p:cNvPr id="1048729" name="Slide Number Placeholder 6"/>
          <p:cNvSpPr>
            <a:spLocks noGrp="1"/>
          </p:cNvSpPr>
          <p:nvPr>
            <p:ph type="sldNum" sz="quarter" idx="12"/>
          </p:nvPr>
        </p:nvSpPr>
        <p:spPr/>
        <p:txBody>
          <a:bodyPr/>
          <a:p>
            <a:fld id="{66A50628-A314-461E-B4BD-87B4C3BFCCAA}"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83" name=""/>
        <p:cNvGrpSpPr/>
        <p:nvPr/>
      </p:nvGrpSpPr>
      <p:grpSpPr>
        <a:xfrm>
          <a:off x="0" y="0"/>
          <a:ext cx="0" cy="0"/>
          <a:chOff x="0" y="0"/>
          <a:chExt cx="0" cy="0"/>
        </a:xfrm>
      </p:grpSpPr>
      <p:sp>
        <p:nvSpPr>
          <p:cNvPr id="1048730" name="Title 1"/>
          <p:cNvSpPr>
            <a:spLocks noGrp="1"/>
          </p:cNvSpPr>
          <p:nvPr>
            <p:ph type="title"/>
          </p:nvPr>
        </p:nvSpPr>
        <p:spPr>
          <a:xfrm>
            <a:off x="457200" y="320040"/>
            <a:ext cx="7242048" cy="1143000"/>
          </a:xfrm>
        </p:spPr>
        <p:txBody>
          <a:bodyPr anchor="b"/>
          <a:p>
            <a:r>
              <a:rPr kumimoji="0" lang="en-US" smtClean="0"/>
              <a:t>Click to edit Master title style</a:t>
            </a:r>
            <a:endParaRPr kumimoji="0" lang="en-US"/>
          </a:p>
        </p:txBody>
      </p:sp>
      <p:sp>
        <p:nvSpPr>
          <p:cNvPr id="1048731" name="Text Placeholder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algn="ctr" indent="0" marL="0">
              <a:buNone/>
              <a:defRPr b="1" sz="1800">
                <a:solidFill>
                  <a:schemeClr val="tx2"/>
                </a:solidFill>
                <a:effectLst/>
              </a:defRPr>
            </a:lvl1pPr>
            <a:lvl2pPr>
              <a:buNone/>
              <a:defRPr b="1" sz="2000"/>
            </a:lvl2pPr>
            <a:lvl3pPr>
              <a:buNone/>
              <a:defRPr b="1" sz="1800"/>
            </a:lvl3pPr>
            <a:lvl4pPr>
              <a:buNone/>
              <a:defRPr b="1" sz="1600"/>
            </a:lvl4pPr>
            <a:lvl5pPr>
              <a:buNone/>
              <a:defRPr b="1" sz="1600"/>
            </a:lvl5pPr>
          </a:lstStyle>
          <a:p>
            <a:pPr eaLnBrk="1" hangingPunct="1" latinLnBrk="0" lvl="0"/>
            <a:r>
              <a:rPr kumimoji="0" lang="en-US" smtClean="0"/>
              <a:t>Click to edit Master text styles</a:t>
            </a:r>
          </a:p>
        </p:txBody>
      </p:sp>
      <p:sp>
        <p:nvSpPr>
          <p:cNvPr id="1048732" name="Text Placeholder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algn="ctr" indent="0" marL="0">
              <a:buNone/>
              <a:defRPr b="1" sz="1800">
                <a:solidFill>
                  <a:schemeClr val="tx2"/>
                </a:solidFill>
                <a:effectLst/>
              </a:defRPr>
            </a:lvl1pPr>
            <a:lvl2pPr>
              <a:buNone/>
              <a:defRPr b="1" sz="2000"/>
            </a:lvl2pPr>
            <a:lvl3pPr>
              <a:buNone/>
              <a:defRPr b="1" sz="1800"/>
            </a:lvl3pPr>
            <a:lvl4pPr>
              <a:buNone/>
              <a:defRPr b="1" sz="1600"/>
            </a:lvl4pPr>
            <a:lvl5pPr>
              <a:buNone/>
              <a:defRPr b="1" sz="1600"/>
            </a:lvl5pPr>
          </a:lstStyle>
          <a:p>
            <a:pPr eaLnBrk="1" hangingPunct="1" latinLnBrk="0" lvl="0"/>
            <a:r>
              <a:rPr kumimoji="0" lang="en-US" smtClean="0"/>
              <a:t>Click to edit Master text styles</a:t>
            </a:r>
          </a:p>
        </p:txBody>
      </p:sp>
      <p:sp>
        <p:nvSpPr>
          <p:cNvPr id="1048733" name="Content Placeholder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734" name="Content Placeholder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735" name="Date Placeholder 6"/>
          <p:cNvSpPr>
            <a:spLocks noGrp="1"/>
          </p:cNvSpPr>
          <p:nvPr>
            <p:ph type="dt" sz="half" idx="10"/>
          </p:nvPr>
        </p:nvSpPr>
        <p:spPr/>
        <p:txBody>
          <a:bodyPr/>
          <a:p>
            <a:fld id="{2BC928E7-4B28-467A-A962-2479969ED776}" type="datetimeFigureOut">
              <a:rPr lang="en-US" smtClean="0"/>
              <a:t>3/1/2025</a:t>
            </a:fld>
            <a:endParaRPr lang="en-US"/>
          </a:p>
        </p:txBody>
      </p:sp>
      <p:sp>
        <p:nvSpPr>
          <p:cNvPr id="1048736" name="Footer Placeholder 7"/>
          <p:cNvSpPr>
            <a:spLocks noGrp="1"/>
          </p:cNvSpPr>
          <p:nvPr>
            <p:ph type="ftr" sz="quarter" idx="11"/>
          </p:nvPr>
        </p:nvSpPr>
        <p:spPr/>
        <p:txBody>
          <a:bodyPr/>
          <a:p>
            <a:endParaRPr lang="en-US"/>
          </a:p>
        </p:txBody>
      </p:sp>
      <p:sp>
        <p:nvSpPr>
          <p:cNvPr id="1048737" name="Slide Number Placeholder 8"/>
          <p:cNvSpPr>
            <a:spLocks noGrp="1"/>
          </p:cNvSpPr>
          <p:nvPr>
            <p:ph type="sldNum" sz="quarter" idx="12"/>
          </p:nvPr>
        </p:nvSpPr>
        <p:spPr/>
        <p:txBody>
          <a:bodyPr/>
          <a:p>
            <a:fld id="{66A50628-A314-461E-B4BD-87B4C3BFCCAA}"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77" name=""/>
        <p:cNvGrpSpPr/>
        <p:nvPr/>
      </p:nvGrpSpPr>
      <p:grpSpPr>
        <a:xfrm>
          <a:off x="0" y="0"/>
          <a:ext cx="0" cy="0"/>
          <a:chOff x="0" y="0"/>
          <a:chExt cx="0" cy="0"/>
        </a:xfrm>
      </p:grpSpPr>
      <p:sp>
        <p:nvSpPr>
          <p:cNvPr id="1048697" name="Title 1"/>
          <p:cNvSpPr>
            <a:spLocks noGrp="1"/>
          </p:cNvSpPr>
          <p:nvPr>
            <p:ph type="title"/>
          </p:nvPr>
        </p:nvSpPr>
        <p:spPr>
          <a:xfrm>
            <a:off x="457200" y="320040"/>
            <a:ext cx="7242048" cy="1143000"/>
          </a:xfrm>
        </p:spPr>
        <p:txBody>
          <a:bodyPr/>
          <a:p>
            <a:r>
              <a:rPr kumimoji="0" lang="en-US" smtClean="0"/>
              <a:t>Click to edit Master title style</a:t>
            </a:r>
            <a:endParaRPr kumimoji="0" lang="en-US"/>
          </a:p>
        </p:txBody>
      </p:sp>
      <p:sp>
        <p:nvSpPr>
          <p:cNvPr id="1048698" name="Date Placeholder 2"/>
          <p:cNvSpPr>
            <a:spLocks noGrp="1"/>
          </p:cNvSpPr>
          <p:nvPr>
            <p:ph type="dt" sz="half" idx="10"/>
          </p:nvPr>
        </p:nvSpPr>
        <p:spPr/>
        <p:txBody>
          <a:bodyPr/>
          <a:p>
            <a:fld id="{2BC928E7-4B28-467A-A962-2479969ED776}" type="datetimeFigureOut">
              <a:rPr lang="en-US" smtClean="0"/>
              <a:t>3/1/2025</a:t>
            </a:fld>
            <a:endParaRPr lang="en-US"/>
          </a:p>
        </p:txBody>
      </p:sp>
      <p:sp>
        <p:nvSpPr>
          <p:cNvPr id="1048699" name="Footer Placeholder 3"/>
          <p:cNvSpPr>
            <a:spLocks noGrp="1"/>
          </p:cNvSpPr>
          <p:nvPr>
            <p:ph type="ftr" sz="quarter" idx="11"/>
          </p:nvPr>
        </p:nvSpPr>
        <p:spPr/>
        <p:txBody>
          <a:bodyPr/>
          <a:p>
            <a:endParaRPr lang="en-US"/>
          </a:p>
        </p:txBody>
      </p:sp>
      <p:sp>
        <p:nvSpPr>
          <p:cNvPr id="1048700" name="Slide Number Placeholder 4"/>
          <p:cNvSpPr>
            <a:spLocks noGrp="1"/>
          </p:cNvSpPr>
          <p:nvPr>
            <p:ph type="sldNum" sz="quarter" idx="12"/>
          </p:nvPr>
        </p:nvSpPr>
        <p:spPr/>
        <p:txBody>
          <a:bodyPr/>
          <a:p>
            <a:fld id="{66A50628-A314-461E-B4BD-87B4C3BFCCAA}"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39" name=""/>
        <p:cNvGrpSpPr/>
        <p:nvPr/>
      </p:nvGrpSpPr>
      <p:grpSpPr>
        <a:xfrm>
          <a:off x="0" y="0"/>
          <a:ext cx="0" cy="0"/>
          <a:chOff x="0" y="0"/>
          <a:chExt cx="0" cy="0"/>
        </a:xfrm>
      </p:grpSpPr>
      <p:sp>
        <p:nvSpPr>
          <p:cNvPr id="1048604" name="Date Placeholder 1"/>
          <p:cNvSpPr>
            <a:spLocks noGrp="1"/>
          </p:cNvSpPr>
          <p:nvPr>
            <p:ph type="dt" sz="half" idx="10"/>
          </p:nvPr>
        </p:nvSpPr>
        <p:spPr/>
        <p:txBody>
          <a:bodyPr/>
          <a:lstStyle>
            <a:lvl1pPr>
              <a:defRPr>
                <a:solidFill>
                  <a:schemeClr val="tx2"/>
                </a:solidFill>
              </a:defRPr>
            </a:lvl1pPr>
          </a:lstStyle>
          <a:p>
            <a:fld id="{2BC928E7-4B28-467A-A962-2479969ED776}" type="datetimeFigureOut">
              <a:rPr lang="en-US" smtClean="0"/>
              <a:t>3/1/2025</a:t>
            </a:fld>
            <a:endParaRPr lang="en-US"/>
          </a:p>
        </p:txBody>
      </p:sp>
      <p:sp>
        <p:nvSpPr>
          <p:cNvPr id="1048605" name="Footer Placeholder 2"/>
          <p:cNvSpPr>
            <a:spLocks noGrp="1"/>
          </p:cNvSpPr>
          <p:nvPr>
            <p:ph type="ftr" sz="quarter" idx="11"/>
          </p:nvPr>
        </p:nvSpPr>
        <p:spPr/>
        <p:txBody>
          <a:bodyPr/>
          <a:lstStyle>
            <a:lvl1pPr>
              <a:defRPr>
                <a:solidFill>
                  <a:schemeClr val="tx2"/>
                </a:solidFill>
              </a:defRPr>
            </a:lvl1pPr>
          </a:lstStyle>
          <a:p>
            <a:endParaRPr lang="en-US"/>
          </a:p>
        </p:txBody>
      </p:sp>
      <p:sp>
        <p:nvSpPr>
          <p:cNvPr id="1048606" name="Slide Number Placeholder 3"/>
          <p:cNvSpPr>
            <a:spLocks noGrp="1"/>
          </p:cNvSpPr>
          <p:nvPr>
            <p:ph type="sldNum" sz="quarter" idx="12"/>
          </p:nvPr>
        </p:nvSpPr>
        <p:spPr/>
        <p:txBody>
          <a:bodyPr/>
          <a:p>
            <a:fld id="{66A50628-A314-461E-B4BD-87B4C3BFCCAA}"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84" name=""/>
        <p:cNvGrpSpPr/>
        <p:nvPr/>
      </p:nvGrpSpPr>
      <p:grpSpPr>
        <a:xfrm>
          <a:off x="0" y="0"/>
          <a:ext cx="0" cy="0"/>
          <a:chOff x="0" y="0"/>
          <a:chExt cx="0" cy="0"/>
        </a:xfrm>
      </p:grpSpPr>
      <p:sp>
        <p:nvSpPr>
          <p:cNvPr id="1048738" name="Title 1"/>
          <p:cNvSpPr>
            <a:spLocks noGrp="1"/>
          </p:cNvSpPr>
          <p:nvPr>
            <p:ph type="title"/>
          </p:nvPr>
        </p:nvSpPr>
        <p:spPr>
          <a:xfrm>
            <a:off x="457200" y="228600"/>
            <a:ext cx="5897880" cy="1173480"/>
          </a:xfrm>
        </p:spPr>
        <p:txBody>
          <a:bodyPr anchor="b" wrap="square"/>
          <a:lstStyle>
            <a:lvl1pPr algn="l">
              <a:buNone/>
              <a:defRPr baseline="0" sz="2400" lang="en-US" smtClean="0"/>
            </a:lvl1pPr>
          </a:lstStyle>
          <a:p>
            <a:r>
              <a:rPr kumimoji="0" lang="en-US" smtClean="0"/>
              <a:t>Click to edit Master title style</a:t>
            </a:r>
            <a:endParaRPr kumimoji="0" lang="en-US"/>
          </a:p>
        </p:txBody>
      </p:sp>
      <p:sp>
        <p:nvSpPr>
          <p:cNvPr id="1048739" name="Text Placeholder 2"/>
          <p:cNvSpPr>
            <a:spLocks noGrp="1"/>
          </p:cNvSpPr>
          <p:nvPr>
            <p:ph type="body" idx="2"/>
          </p:nvPr>
        </p:nvSpPr>
        <p:spPr>
          <a:xfrm>
            <a:off x="457200" y="1497416"/>
            <a:ext cx="5897880" cy="602512"/>
          </a:xfrm>
        </p:spPr>
        <p:txBody>
          <a:bodyPr anchor="t" anchorCtr="0" bIns="0" compatLnSpc="1" forceAA="0" fromWordArt="0" horzOverflow="overflow" lIns="45720" numCol="1" rIns="0" rot="0" rtlCol="0" spcCol="0" spcFirstLastPara="0" tIns="0" vert="horz" vertOverflow="overflow" wrap="square">
            <a:normAutofit/>
          </a:bodyPr>
          <a:lstStyle>
            <a:lvl1pPr indent="0" marL="0">
              <a:spcBef>
                <a:spcPts val="0"/>
              </a:spcBef>
              <a:spcAft>
                <a:spcPts val="0"/>
              </a:spcAft>
              <a:buNone/>
              <a:defRPr sz="1400"/>
            </a:lvl1pPr>
            <a:lvl2pPr>
              <a:buNone/>
              <a:defRPr sz="1200"/>
            </a:lvl2pPr>
            <a:lvl3pPr>
              <a:buNone/>
              <a:defRPr sz="1000"/>
            </a:lvl3pPr>
            <a:lvl4pPr>
              <a:buNone/>
              <a:defRPr sz="900"/>
            </a:lvl4pPr>
            <a:lvl5pPr>
              <a:buNone/>
              <a:defRPr sz="900"/>
            </a:lvl5pPr>
          </a:lstStyle>
          <a:p>
            <a:pPr eaLnBrk="1" hangingPunct="1" latinLnBrk="0" lvl="0"/>
            <a:r>
              <a:rPr kumimoji="0" lang="en-US" smtClean="0"/>
              <a:t>Click to edit Master text styles</a:t>
            </a:r>
          </a:p>
        </p:txBody>
      </p:sp>
      <p:sp>
        <p:nvSpPr>
          <p:cNvPr id="1048740" name="Content Placeholder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741" name="Date Placeholder 4"/>
          <p:cNvSpPr>
            <a:spLocks noGrp="1"/>
          </p:cNvSpPr>
          <p:nvPr>
            <p:ph type="dt" sz="half" idx="10"/>
          </p:nvPr>
        </p:nvSpPr>
        <p:spPr/>
        <p:txBody>
          <a:bodyPr/>
          <a:p>
            <a:fld id="{2BC928E7-4B28-467A-A962-2479969ED776}" type="datetimeFigureOut">
              <a:rPr lang="en-US" smtClean="0"/>
              <a:t>3/1/2025</a:t>
            </a:fld>
            <a:endParaRPr lang="en-US"/>
          </a:p>
        </p:txBody>
      </p:sp>
      <p:sp>
        <p:nvSpPr>
          <p:cNvPr id="1048742" name="Footer Placeholder 5"/>
          <p:cNvSpPr>
            <a:spLocks noGrp="1"/>
          </p:cNvSpPr>
          <p:nvPr>
            <p:ph type="ftr" sz="quarter" idx="11"/>
          </p:nvPr>
        </p:nvSpPr>
        <p:spPr/>
        <p:txBody>
          <a:bodyPr/>
          <a:p>
            <a:endParaRPr lang="en-US"/>
          </a:p>
        </p:txBody>
      </p:sp>
      <p:sp>
        <p:nvSpPr>
          <p:cNvPr id="1048743" name="Slide Number Placeholder 6"/>
          <p:cNvSpPr>
            <a:spLocks noGrp="1"/>
          </p:cNvSpPr>
          <p:nvPr>
            <p:ph type="sldNum" sz="quarter" idx="12"/>
          </p:nvPr>
        </p:nvSpPr>
        <p:spPr/>
        <p:txBody>
          <a:bodyPr/>
          <a:p>
            <a:fld id="{66A50628-A314-461E-B4BD-87B4C3BFCCAA}"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type="picTx">
  <p:cSld name="Picture with Caption">
    <p:bg>
      <p:bgRef idx="1002">
        <a:schemeClr val="bg2"/>
      </p:bgRef>
    </p:bg>
    <p:spTree>
      <p:nvGrpSpPr>
        <p:cNvPr id="79" name=""/>
        <p:cNvGrpSpPr/>
        <p:nvPr/>
      </p:nvGrpSpPr>
      <p:grpSpPr>
        <a:xfrm>
          <a:off x="0" y="0"/>
          <a:ext cx="0" cy="0"/>
          <a:chOff x="0" y="0"/>
          <a:chExt cx="0" cy="0"/>
        </a:xfrm>
      </p:grpSpPr>
      <p:sp>
        <p:nvSpPr>
          <p:cNvPr id="1048706" name="Rectangle 7"/>
          <p:cNvSpPr/>
          <p:nvPr/>
        </p:nvSpPr>
        <p:spPr>
          <a:xfrm rot="21240000">
            <a:off x="597968" y="1004668"/>
            <a:ext cx="4319527" cy="4312573"/>
          </a:xfrm>
          <a:prstGeom prst="rect"/>
          <a:solidFill>
            <a:srgbClr val="FAFAFA"/>
          </a:solidFill>
          <a:ln w="1270" cap="rnd" cmpd="sng" algn="ctr">
            <a:solidFill>
              <a:srgbClr val="EAEAEA"/>
            </a:solidFill>
            <a:prstDash val="solid"/>
          </a:ln>
          <a:effectLst>
            <a:outerShdw algn="t" blurRad="25000" dir="5400000" dist="12700"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anchor="ctr" rtlCol="0"/>
          <a:p>
            <a:pPr algn="ctr" eaLnBrk="1" hangingPunct="1" latinLnBrk="0"/>
            <a:endParaRPr kumimoji="0" lang="en-US"/>
          </a:p>
        </p:txBody>
      </p:sp>
      <p:sp>
        <p:nvSpPr>
          <p:cNvPr id="1048707" name="Rectangle 8"/>
          <p:cNvSpPr/>
          <p:nvPr/>
        </p:nvSpPr>
        <p:spPr>
          <a:xfrm rot="21420000">
            <a:off x="596706" y="998816"/>
            <a:ext cx="4319527" cy="4312573"/>
          </a:xfrm>
          <a:prstGeom prst="rect"/>
          <a:solidFill>
            <a:srgbClr val="FAFAFA"/>
          </a:solidFill>
          <a:ln w="1270" cap="rnd" cmpd="sng" algn="ctr">
            <a:solidFill>
              <a:srgbClr val="EAEAEA"/>
            </a:solidFill>
            <a:prstDash val="solid"/>
          </a:ln>
          <a:effectLst>
            <a:outerShdw algn="tl" blurRad="28000" dir="5400000" dist="12700"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anchor="ctr" rtlCol="0"/>
          <a:p>
            <a:pPr algn="ctr" eaLnBrk="1" hangingPunct="1" latinLnBrk="0"/>
            <a:endParaRPr kumimoji="0" lang="en-US"/>
          </a:p>
        </p:txBody>
      </p:sp>
      <p:sp>
        <p:nvSpPr>
          <p:cNvPr id="1048708" name="Title 1"/>
          <p:cNvSpPr>
            <a:spLocks noGrp="1"/>
          </p:cNvSpPr>
          <p:nvPr>
            <p:ph type="title"/>
          </p:nvPr>
        </p:nvSpPr>
        <p:spPr>
          <a:xfrm>
            <a:off x="5389098" y="1143000"/>
            <a:ext cx="3429000" cy="2057400"/>
          </a:xfrm>
        </p:spPr>
        <p:txBody>
          <a:bodyPr anchor="b" vert="horz"/>
          <a:lstStyle>
            <a:lvl1pPr algn="l">
              <a:buNone/>
              <a:defRPr baseline="0" b="1" sz="300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lstStyle>
          <a:p>
            <a:r>
              <a:rPr kumimoji="0" lang="en-US" smtClean="0"/>
              <a:t>Click to edit Master title style</a:t>
            </a:r>
            <a:endParaRPr dirty="0" kumimoji="0" lang="en-US"/>
          </a:p>
        </p:txBody>
      </p:sp>
      <p:sp>
        <p:nvSpPr>
          <p:cNvPr id="1048709" name="Text Placeholder 3"/>
          <p:cNvSpPr>
            <a:spLocks noGrp="1"/>
          </p:cNvSpPr>
          <p:nvPr>
            <p:ph type="body" sz="half" idx="2"/>
          </p:nvPr>
        </p:nvSpPr>
        <p:spPr>
          <a:xfrm>
            <a:off x="5389098" y="3283634"/>
            <a:ext cx="3429000" cy="1920240"/>
          </a:xfrm>
        </p:spPr>
        <p:txBody>
          <a:bodyPr anchor="t" anchorCtr="0" bIns="0" compatLnSpc="1" forceAA="0" fromWordArt="0" horzOverflow="overflow" lIns="82296" numCol="1" rIns="0" rot="0" rtlCol="0" spcCol="0" spcFirstLastPara="0" tIns="0" vert="horz" vertOverflow="overflow" wrap="square">
            <a:normAutofit/>
          </a:bodyPr>
          <a:lstStyle>
            <a:lvl1pPr indent="0" marL="0">
              <a:lnSpc>
                <a:spcPct val="100000"/>
              </a:lnSpc>
              <a:spcBef>
                <a:spcPts val="0"/>
              </a:spcBef>
              <a:buFontTx/>
              <a:buNone/>
              <a:defRPr baseline="0" sz="1400">
                <a:solidFill>
                  <a:schemeClr val="tx1"/>
                </a:solidFill>
              </a:defRPr>
            </a:lvl1pPr>
            <a:lvl2pPr>
              <a:defRPr sz="1200"/>
            </a:lvl2pPr>
            <a:lvl3pPr>
              <a:defRPr sz="1000"/>
            </a:lvl3pPr>
            <a:lvl4pPr>
              <a:defRPr sz="900"/>
            </a:lvl4pPr>
            <a:lvl5pPr>
              <a:defRPr sz="900"/>
            </a:lvl5pPr>
          </a:lstStyle>
          <a:p>
            <a:pPr algn="l" defTabSz="0" eaLnBrk="1" fontAlgn="auto" hangingPunct="1" indent="0" latinLnBrk="0" lvl="0" marL="0" marR="0" rtl="0">
              <a:lnSpc>
                <a:spcPct val="100000"/>
              </a:lnSpc>
              <a:spcBef>
                <a:spcPts val="0"/>
              </a:spcBef>
              <a:spcAft>
                <a:spcPts val="0"/>
              </a:spcAft>
              <a:buClr>
                <a:schemeClr val="tx2"/>
              </a:buClr>
              <a:buSzPct val="73000"/>
              <a:buFontTx/>
              <a:buNone/>
            </a:pPr>
            <a:r>
              <a:rPr kumimoji="0" lang="en-US" smtClean="0"/>
              <a:t>Click to edit Master text styles</a:t>
            </a:r>
          </a:p>
        </p:txBody>
      </p:sp>
      <p:sp>
        <p:nvSpPr>
          <p:cNvPr id="1048710" name="Date Placeholder 4"/>
          <p:cNvSpPr>
            <a:spLocks noGrp="1"/>
          </p:cNvSpPr>
          <p:nvPr>
            <p:ph type="dt" sz="half" idx="10"/>
          </p:nvPr>
        </p:nvSpPr>
        <p:spPr/>
        <p:txBody>
          <a:bodyPr/>
          <a:p>
            <a:fld id="{2BC928E7-4B28-467A-A962-2479969ED776}" type="datetimeFigureOut">
              <a:rPr lang="en-US" smtClean="0"/>
              <a:t>3/1/2025</a:t>
            </a:fld>
            <a:endParaRPr lang="en-US"/>
          </a:p>
        </p:txBody>
      </p:sp>
      <p:sp>
        <p:nvSpPr>
          <p:cNvPr id="1048711" name="Footer Placeholder 5"/>
          <p:cNvSpPr>
            <a:spLocks noGrp="1"/>
          </p:cNvSpPr>
          <p:nvPr>
            <p:ph type="ftr" sz="quarter" idx="11"/>
          </p:nvPr>
        </p:nvSpPr>
        <p:spPr/>
        <p:txBody>
          <a:bodyPr/>
          <a:p>
            <a:endParaRPr lang="en-US"/>
          </a:p>
        </p:txBody>
      </p:sp>
      <p:sp>
        <p:nvSpPr>
          <p:cNvPr id="1048712" name="Slide Number Placeholder 6"/>
          <p:cNvSpPr>
            <a:spLocks noGrp="1"/>
          </p:cNvSpPr>
          <p:nvPr>
            <p:ph type="sldNum" sz="quarter" idx="12"/>
          </p:nvPr>
        </p:nvSpPr>
        <p:spPr/>
        <p:txBody>
          <a:bodyPr/>
          <a:p>
            <a:fld id="{66A50628-A314-461E-B4BD-87B4C3BFCCAA}" type="slidenum">
              <a:rPr lang="en-US" smtClean="0"/>
              <a:t>‹#›</a:t>
            </a:fld>
            <a:endParaRPr lang="en-US"/>
          </a:p>
        </p:txBody>
      </p:sp>
      <p:sp>
        <p:nvSpPr>
          <p:cNvPr id="1048713" name="Picture Placeholder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algn="tl" blurRad="44450" dir="5400000" dist="3810" rotWithShape="0">
              <a:srgbClr val="000000">
                <a:alpha val="60000"/>
              </a:srgbClr>
            </a:outerShdw>
          </a:effectLst>
          <a:scene3d>
            <a:camera prst="orthographicFront"/>
            <a:lightRig dir="t" rig="threePt"/>
          </a:scene3d>
          <a:sp3d contourW="3810">
            <a:contourClr>
              <a:srgbClr val="969696"/>
            </a:contourClr>
          </a:sp3d>
        </p:spPr>
        <p:txBody>
          <a:bodyPr/>
          <a:lstStyle>
            <a:lvl1pPr indent="0" marL="0">
              <a:buNone/>
              <a:defRPr sz="3200"/>
            </a:lvl1pPr>
          </a:lstStyle>
          <a:p>
            <a:r>
              <a:rPr kumimoji="0" lang="en-US" smtClean="0"/>
              <a:t>Click icon to add picture</a:t>
            </a:r>
            <a:endParaRPr dirty="0" kumimoji="0" lang="en-US"/>
          </a:p>
        </p:txBody>
      </p:sp>
    </p:spTree>
  </p:cSld>
  <p:clrMapOvr>
    <a:overrideClrMapping accent1="accent1" accent2="accent2" accent3="accent3" accent4="accent4" accent5="accent5" accent6="accent6" bg1="dk1" bg2="dk2" tx1="lt1" tx2="lt2"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80" name=""/>
        <p:cNvGrpSpPr/>
        <p:nvPr/>
      </p:nvGrpSpPr>
      <p:grpSpPr>
        <a:xfrm>
          <a:off x="0" y="0"/>
          <a:ext cx="0" cy="0"/>
          <a:chOff x="0" y="0"/>
          <a:chExt cx="0" cy="0"/>
        </a:xfrm>
      </p:grpSpPr>
      <p:sp>
        <p:nvSpPr>
          <p:cNvPr id="1048714" name="Title 1"/>
          <p:cNvSpPr>
            <a:spLocks noGrp="1"/>
          </p:cNvSpPr>
          <p:nvPr>
            <p:ph type="title"/>
          </p:nvPr>
        </p:nvSpPr>
        <p:spPr/>
        <p:txBody>
          <a:bodyPr/>
          <a:p>
            <a:r>
              <a:rPr kumimoji="0" lang="en-US" smtClean="0"/>
              <a:t>Click to edit Master title style</a:t>
            </a:r>
            <a:endParaRPr kumimoji="0" lang="en-US"/>
          </a:p>
        </p:txBody>
      </p:sp>
      <p:sp>
        <p:nvSpPr>
          <p:cNvPr id="1048715" name="Vertical Text Placeholder 2"/>
          <p:cNvSpPr>
            <a:spLocks noGrp="1"/>
          </p:cNvSpPr>
          <p:nvPr>
            <p:ph type="body" orient="vert" idx="1"/>
          </p:nvPr>
        </p:nvSpPr>
        <p:spPr/>
        <p:txBody>
          <a:bodyPr vert="eaVert"/>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716" name="Date Placeholder 3"/>
          <p:cNvSpPr>
            <a:spLocks noGrp="1"/>
          </p:cNvSpPr>
          <p:nvPr>
            <p:ph type="dt" sz="half" idx="10"/>
          </p:nvPr>
        </p:nvSpPr>
        <p:spPr/>
        <p:txBody>
          <a:bodyPr/>
          <a:p>
            <a:fld id="{2BC928E7-4B28-467A-A962-2479969ED776}" type="datetimeFigureOut">
              <a:rPr lang="en-US" smtClean="0"/>
              <a:t>3/1/2025</a:t>
            </a:fld>
            <a:endParaRPr lang="en-US"/>
          </a:p>
        </p:txBody>
      </p:sp>
      <p:sp>
        <p:nvSpPr>
          <p:cNvPr id="1048717" name="Footer Placeholder 4"/>
          <p:cNvSpPr>
            <a:spLocks noGrp="1"/>
          </p:cNvSpPr>
          <p:nvPr>
            <p:ph type="ftr" sz="quarter" idx="11"/>
          </p:nvPr>
        </p:nvSpPr>
        <p:spPr/>
        <p:txBody>
          <a:bodyPr/>
          <a:p>
            <a:endParaRPr lang="en-US"/>
          </a:p>
        </p:txBody>
      </p:sp>
      <p:sp>
        <p:nvSpPr>
          <p:cNvPr id="1048718" name="Slide Number Placeholder 5"/>
          <p:cNvSpPr>
            <a:spLocks noGrp="1"/>
          </p:cNvSpPr>
          <p:nvPr>
            <p:ph type="sldNum" sz="quarter" idx="12"/>
          </p:nvPr>
        </p:nvSpPr>
        <p:spPr/>
        <p:txBody>
          <a:bodyPr/>
          <a:p>
            <a:fld id="{66A50628-A314-461E-B4BD-87B4C3BFCCAA}"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78" name=""/>
        <p:cNvGrpSpPr/>
        <p:nvPr/>
      </p:nvGrpSpPr>
      <p:grpSpPr>
        <a:xfrm>
          <a:off x="0" y="0"/>
          <a:ext cx="0" cy="0"/>
          <a:chOff x="0" y="0"/>
          <a:chExt cx="0" cy="0"/>
        </a:xfrm>
      </p:grpSpPr>
      <p:sp>
        <p:nvSpPr>
          <p:cNvPr id="1048701" name="Vertical Title 1"/>
          <p:cNvSpPr>
            <a:spLocks noGrp="1"/>
          </p:cNvSpPr>
          <p:nvPr>
            <p:ph type="title" orient="vert"/>
          </p:nvPr>
        </p:nvSpPr>
        <p:spPr>
          <a:xfrm>
            <a:off x="6553200" y="274955"/>
            <a:ext cx="1524000" cy="5851525"/>
          </a:xfrm>
        </p:spPr>
        <p:txBody>
          <a:bodyPr anchor="t" vert="eaVert"/>
          <a:p>
            <a:r>
              <a:rPr kumimoji="0" lang="en-US" smtClean="0"/>
              <a:t>Click to edit Master title style</a:t>
            </a:r>
            <a:endParaRPr kumimoji="0" lang="en-US"/>
          </a:p>
        </p:txBody>
      </p:sp>
      <p:sp>
        <p:nvSpPr>
          <p:cNvPr id="1048702" name="Vertical Text Placeholder 2"/>
          <p:cNvSpPr>
            <a:spLocks noGrp="1"/>
          </p:cNvSpPr>
          <p:nvPr>
            <p:ph type="body" orient="vert" idx="1"/>
          </p:nvPr>
        </p:nvSpPr>
        <p:spPr>
          <a:xfrm>
            <a:off x="457200" y="274642"/>
            <a:ext cx="6019800" cy="5851525"/>
          </a:xfrm>
        </p:spPr>
        <p:txBody>
          <a:bodyPr vert="eaVert"/>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703" name="Date Placeholder 3"/>
          <p:cNvSpPr>
            <a:spLocks noGrp="1"/>
          </p:cNvSpPr>
          <p:nvPr>
            <p:ph type="dt" sz="half" idx="10"/>
          </p:nvPr>
        </p:nvSpPr>
        <p:spPr>
          <a:xfrm>
            <a:off x="4242816" y="6557946"/>
            <a:ext cx="2002464" cy="226902"/>
          </a:xfrm>
        </p:spPr>
        <p:txBody>
          <a:bodyPr/>
          <a:p>
            <a:fld id="{2BC928E7-4B28-467A-A962-2479969ED776}" type="datetimeFigureOut">
              <a:rPr lang="en-US" smtClean="0"/>
              <a:t>3/1/2025</a:t>
            </a:fld>
            <a:endParaRPr lang="en-US"/>
          </a:p>
        </p:txBody>
      </p:sp>
      <p:sp>
        <p:nvSpPr>
          <p:cNvPr id="1048704" name="Footer Placeholder 4"/>
          <p:cNvSpPr>
            <a:spLocks noGrp="1"/>
          </p:cNvSpPr>
          <p:nvPr>
            <p:ph type="ftr" sz="quarter" idx="11"/>
          </p:nvPr>
        </p:nvSpPr>
        <p:spPr>
          <a:xfrm>
            <a:off x="457200" y="6556248"/>
            <a:ext cx="3657600" cy="228600"/>
          </a:xfrm>
        </p:spPr>
        <p:txBody>
          <a:bodyPr/>
          <a:p>
            <a:endParaRPr lang="en-US"/>
          </a:p>
        </p:txBody>
      </p:sp>
      <p:sp>
        <p:nvSpPr>
          <p:cNvPr id="1048705" name="Slide Number Placeholder 5"/>
          <p:cNvSpPr>
            <a:spLocks noGrp="1"/>
          </p:cNvSpPr>
          <p:nvPr>
            <p:ph type="sldNum" sz="quarter" idx="12"/>
          </p:nvPr>
        </p:nvSpPr>
        <p:spPr>
          <a:xfrm>
            <a:off x="6254496" y="6553200"/>
            <a:ext cx="588336" cy="228600"/>
          </a:xfrm>
        </p:spPr>
        <p:txBody>
          <a:bodyPr/>
          <a:lstStyle>
            <a:lvl1pPr>
              <a:defRPr>
                <a:solidFill>
                  <a:schemeClr val="tx2"/>
                </a:solidFill>
              </a:defRPr>
            </a:lvl1pPr>
          </a:lstStyle>
          <a:p>
            <a:fld id="{66A50628-A314-461E-B4BD-87B4C3BFCCAA}"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type="title">
  <p:cSld name="Title Slide">
    <p:bg>
      <p:bgRef idx="1002">
        <a:schemeClr val="bg1"/>
      </p:bgRef>
    </p:bg>
    <p:spTree>
      <p:nvGrpSpPr>
        <p:cNvPr id="68" name=""/>
        <p:cNvGrpSpPr/>
        <p:nvPr/>
      </p:nvGrpSpPr>
      <p:grpSpPr>
        <a:xfrm>
          <a:off x="0" y="0"/>
          <a:ext cx="0" cy="0"/>
          <a:chOff x="0" y="0"/>
          <a:chExt cx="0" cy="0"/>
        </a:xfrm>
      </p:grpSpPr>
      <p:sp>
        <p:nvSpPr>
          <p:cNvPr id="1048643" name="Rectangle 7"/>
          <p:cNvSpPr/>
          <p:nvPr/>
        </p:nvSpPr>
        <p:spPr>
          <a:xfrm flipH="1">
            <a:off x="2667000" y="0"/>
            <a:ext cx="6477000" cy="6858000"/>
          </a:xfrm>
          <a:prstGeom prst="rect"/>
          <a:blipFill>
            <a:blip xmlns:r="http://schemas.openxmlformats.org/officeDocument/2006/relationships" r:embed="rId1">
              <a:alphaModFix amt="43000"/>
            </a:blip>
            <a:tile algn="tl" flip="none" sx="50000" sy="50000" tx="0" ty="0"/>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gradFill>
            </a:fillOverlay>
            <a:innerShdw blurRad="63500" dir="10800000" dist="4445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8644" name="Straight Connector 8"/>
          <p:cNvSpPr>
            <a:spLocks noChangeShapeType="1"/>
          </p:cNvSpPr>
          <p:nvPr/>
        </p:nvSpPr>
        <p:spPr bwMode="auto">
          <a:xfrm rot="16200000">
            <a:off x="-762000" y="3429000"/>
            <a:ext cx="6858000" cy="0"/>
          </a:xfrm>
          <a:prstGeom prst="line"/>
          <a:noFill/>
          <a:ln w="11430" cap="flat" cmpd="sng" algn="ctr">
            <a:solidFill>
              <a:schemeClr val="bg1">
                <a:shade val="95000"/>
              </a:schemeClr>
            </a:solidFill>
            <a:prstDash val="solid"/>
            <a:miter lim="800000"/>
            <a:headEnd type="none" w="med" len="med"/>
            <a:tailEnd type="none" w="med" len="med"/>
          </a:ln>
          <a:effectLst/>
        </p:spPr>
        <p:txBody>
          <a:bodyPr anchor="t" bIns="45720" compatLnSpc="1" lIns="91440" rIns="91440" tIns="45720" vert="horz" wrap="square"/>
          <a:p>
            <a:endParaRPr kumimoji="0" lang="en-US"/>
          </a:p>
        </p:txBody>
      </p:sp>
      <p:sp>
        <p:nvSpPr>
          <p:cNvPr id="1048645" name="Title 11"/>
          <p:cNvSpPr>
            <a:spLocks noGrp="1"/>
          </p:cNvSpPr>
          <p:nvPr>
            <p:ph type="ctrTitle"/>
          </p:nvPr>
        </p:nvSpPr>
        <p:spPr>
          <a:xfrm>
            <a:off x="3366868" y="533400"/>
            <a:ext cx="5105400" cy="2868168"/>
          </a:xfrm>
        </p:spPr>
        <p:txBody>
          <a:bodyPr lIns="45720" rIns="45720" tIns="0">
            <a:noAutofit/>
          </a:bodyPr>
          <a:lstStyle>
            <a:lvl1pPr algn="r">
              <a:defRPr b="1" sz="4200"/>
            </a:lvl1pPr>
          </a:lstStyle>
          <a:p>
            <a:r>
              <a:rPr kumimoji="0" lang="en-US" smtClean="0"/>
              <a:t>Click to edit Master title style</a:t>
            </a:r>
            <a:endParaRPr kumimoji="0" lang="en-US"/>
          </a:p>
        </p:txBody>
      </p:sp>
      <p:sp>
        <p:nvSpPr>
          <p:cNvPr id="1048646" name="Subtitle 24"/>
          <p:cNvSpPr>
            <a:spLocks noGrp="1"/>
          </p:cNvSpPr>
          <p:nvPr>
            <p:ph type="subTitle" idx="1"/>
          </p:nvPr>
        </p:nvSpPr>
        <p:spPr>
          <a:xfrm>
            <a:off x="3354442" y="3539864"/>
            <a:ext cx="5114778" cy="1101248"/>
          </a:xfrm>
        </p:spPr>
        <p:txBody>
          <a:bodyPr bIns="0" lIns="45720" rIns="45720" tIns="0"/>
          <a:lstStyle>
            <a:lvl1pPr algn="r" indent="0" marL="0">
              <a:buNone/>
              <a:defRPr sz="2200">
                <a:solidFill>
                  <a:srgbClr val="FFFFFF"/>
                </a:solidFill>
                <a:effectLst/>
              </a:defRPr>
            </a:lvl1pPr>
            <a:lvl2pPr algn="ctr" indent="0" marL="457200">
              <a:buNone/>
            </a:lvl2pPr>
            <a:lvl3pPr algn="ctr" indent="0" marL="914400">
              <a:buNone/>
            </a:lvl3pPr>
            <a:lvl4pPr algn="ctr" indent="0" marL="1371600">
              <a:buNone/>
            </a:lvl4pPr>
            <a:lvl5pPr algn="ctr" indent="0" marL="1828800">
              <a:buNone/>
            </a:lvl5pPr>
            <a:lvl6pPr algn="ctr" indent="0" marL="2286000">
              <a:buNone/>
            </a:lvl6pPr>
            <a:lvl7pPr algn="ctr" indent="0" marL="2743200">
              <a:buNone/>
            </a:lvl7pPr>
            <a:lvl8pPr algn="ctr" indent="0" marL="3200400">
              <a:buNone/>
            </a:lvl8pPr>
            <a:lvl9pPr algn="ctr" indent="0" marL="3657600">
              <a:buNone/>
            </a:lvl9pPr>
          </a:lstStyle>
          <a:p>
            <a:r>
              <a:rPr kumimoji="0" lang="en-US" smtClean="0"/>
              <a:t>Click to edit Master subtitle style</a:t>
            </a:r>
            <a:endParaRPr kumimoji="0" lang="en-US"/>
          </a:p>
        </p:txBody>
      </p:sp>
      <p:sp>
        <p:nvSpPr>
          <p:cNvPr id="1048647" name="Date Placeholder 30"/>
          <p:cNvSpPr>
            <a:spLocks noGrp="1"/>
          </p:cNvSpPr>
          <p:nvPr>
            <p:ph type="dt" sz="half" idx="10"/>
          </p:nvPr>
        </p:nvSpPr>
        <p:spPr>
          <a:xfrm>
            <a:off x="5871224" y="6557946"/>
            <a:ext cx="2002464" cy="226902"/>
          </a:xfrm>
        </p:spPr>
        <p:txBody>
          <a:bodyPr/>
          <a:lstStyle>
            <a:lvl1pPr>
              <a:defRPr lang="en-US" smtClean="0">
                <a:solidFill>
                  <a:srgbClr val="FFFFFF"/>
                </a:solidFill>
              </a:defRPr>
            </a:lvl1pPr>
          </a:lstStyle>
          <a:p>
            <a:fld id="{2BC928E7-4B28-467A-A962-2479969ED776}" type="datetimeFigureOut">
              <a:rPr lang="en-US" smtClean="0"/>
              <a:t>3/1/2025</a:t>
            </a:fld>
            <a:endParaRPr lang="en-US"/>
          </a:p>
        </p:txBody>
      </p:sp>
      <p:sp>
        <p:nvSpPr>
          <p:cNvPr id="1048648" name="Footer Placeholder 17"/>
          <p:cNvSpPr>
            <a:spLocks noGrp="1"/>
          </p:cNvSpPr>
          <p:nvPr>
            <p:ph type="ftr" sz="quarter" idx="11"/>
          </p:nvPr>
        </p:nvSpPr>
        <p:spPr>
          <a:xfrm>
            <a:off x="2819400" y="6557946"/>
            <a:ext cx="2927722" cy="228600"/>
          </a:xfrm>
        </p:spPr>
        <p:txBody>
          <a:bodyPr/>
          <a:lstStyle>
            <a:lvl1pPr>
              <a:defRPr dirty="0" lang="en-US">
                <a:solidFill>
                  <a:srgbClr val="FFFFFF"/>
                </a:solidFill>
              </a:defRPr>
            </a:lvl1pPr>
          </a:lstStyle>
          <a:p>
            <a:endParaRPr lang="en-US"/>
          </a:p>
        </p:txBody>
      </p:sp>
      <p:sp>
        <p:nvSpPr>
          <p:cNvPr id="1048649" name="Slide Number Placeholder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lstStyle>
          <a:p>
            <a:fld id="{66A50628-A314-461E-B4BD-87B4C3BFCCAA}" type="slidenum">
              <a:rPr lang="en-US" smtClean="0"/>
              <a:t>‹#›</a:t>
            </a:fld>
            <a:endParaRPr lang="en-US"/>
          </a:p>
        </p:txBody>
      </p:sp>
    </p:spTree>
  </p:cSld>
  <p:clrMapOvr>
    <a:overrideClrMapping accent1="accent1" accent2="accent2" accent3="accent3" accent4="accent4" accent5="accent5" accent6="accent6" bg1="lt1" bg2="lt2" tx1="dk1" tx2="dk2"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67" name=""/>
        <p:cNvGrpSpPr/>
        <p:nvPr/>
      </p:nvGrpSpPr>
      <p:grpSpPr>
        <a:xfrm>
          <a:off x="0" y="0"/>
          <a:ext cx="0" cy="0"/>
          <a:chOff x="0" y="0"/>
          <a:chExt cx="0" cy="0"/>
        </a:xfrm>
      </p:grpSpPr>
      <p:sp>
        <p:nvSpPr>
          <p:cNvPr id="1048638" name="Title 1"/>
          <p:cNvSpPr>
            <a:spLocks noGrp="1"/>
          </p:cNvSpPr>
          <p:nvPr>
            <p:ph type="title"/>
          </p:nvPr>
        </p:nvSpPr>
        <p:spPr/>
        <p:txBody>
          <a:bodyPr/>
          <a:p>
            <a:r>
              <a:rPr kumimoji="0" lang="en-US" smtClean="0"/>
              <a:t>Click to edit Master title style</a:t>
            </a:r>
            <a:endParaRPr kumimoji="0" lang="en-US"/>
          </a:p>
        </p:txBody>
      </p:sp>
      <p:sp>
        <p:nvSpPr>
          <p:cNvPr id="1048639" name="Content Placeholder 2"/>
          <p:cNvSpPr>
            <a:spLocks noGrp="1"/>
          </p:cNvSpPr>
          <p:nvPr>
            <p:ph idx="1"/>
          </p:nvPr>
        </p:nvSpPr>
        <p:spPr/>
        <p:txBody>
          <a:bodyPr/>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640" name="Date Placeholder 3"/>
          <p:cNvSpPr>
            <a:spLocks noGrp="1"/>
          </p:cNvSpPr>
          <p:nvPr>
            <p:ph type="dt" sz="half" idx="10"/>
          </p:nvPr>
        </p:nvSpPr>
        <p:spPr/>
        <p:txBody>
          <a:bodyPr/>
          <a:p>
            <a:fld id="{2BC928E7-4B28-467A-A962-2479969ED776}" type="datetimeFigureOut">
              <a:rPr lang="en-US" smtClean="0"/>
              <a:t>3/1/2025</a:t>
            </a:fld>
            <a:endParaRPr lang="en-US"/>
          </a:p>
        </p:txBody>
      </p:sp>
      <p:sp>
        <p:nvSpPr>
          <p:cNvPr id="1048641" name="Footer Placeholder 4"/>
          <p:cNvSpPr>
            <a:spLocks noGrp="1"/>
          </p:cNvSpPr>
          <p:nvPr>
            <p:ph type="ftr" sz="quarter" idx="11"/>
          </p:nvPr>
        </p:nvSpPr>
        <p:spPr/>
        <p:txBody>
          <a:bodyPr/>
          <a:p>
            <a:endParaRPr lang="en-US"/>
          </a:p>
        </p:txBody>
      </p:sp>
      <p:sp>
        <p:nvSpPr>
          <p:cNvPr id="1048642" name="Slide Number Placeholder 5"/>
          <p:cNvSpPr>
            <a:spLocks noGrp="1"/>
          </p:cNvSpPr>
          <p:nvPr>
            <p:ph type="sldNum" sz="quarter" idx="12"/>
          </p:nvPr>
        </p:nvSpPr>
        <p:spPr/>
        <p:txBody>
          <a:bodyPr/>
          <a:p>
            <a:fld id="{66A50628-A314-461E-B4BD-87B4C3BFCCAA}"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type="secHead">
  <p:cSld name="Section Header">
    <p:bg>
      <p:bgRef idx="1001">
        <a:schemeClr val="bg1"/>
      </p:bgRef>
    </p:bg>
    <p:spTree>
      <p:nvGrpSpPr>
        <p:cNvPr id="73" name=""/>
        <p:cNvGrpSpPr/>
        <p:nvPr/>
      </p:nvGrpSpPr>
      <p:grpSpPr>
        <a:xfrm>
          <a:off x="0" y="0"/>
          <a:ext cx="0" cy="0"/>
          <a:chOff x="0" y="0"/>
          <a:chExt cx="0" cy="0"/>
        </a:xfrm>
      </p:grpSpPr>
      <p:sp>
        <p:nvSpPr>
          <p:cNvPr id="1048674" name="Title 1"/>
          <p:cNvSpPr>
            <a:spLocks noGrp="1"/>
          </p:cNvSpPr>
          <p:nvPr>
            <p:ph type="title"/>
          </p:nvPr>
        </p:nvSpPr>
        <p:spPr>
          <a:xfrm>
            <a:off x="1066800" y="2821837"/>
            <a:ext cx="6255488" cy="1362075"/>
          </a:xfrm>
        </p:spPr>
        <p:txBody>
          <a:bodyPr anchor="t" tIns="0"/>
          <a:lstStyle>
            <a:lvl1pPr algn="r">
              <a:buNone/>
              <a:defRPr b="1" cap="all" sz="4200"/>
            </a:lvl1pPr>
          </a:lstStyle>
          <a:p>
            <a:r>
              <a:rPr kumimoji="0" lang="en-US" smtClean="0"/>
              <a:t>Click to edit Master title style</a:t>
            </a:r>
            <a:endParaRPr kumimoji="0" lang="en-US"/>
          </a:p>
        </p:txBody>
      </p:sp>
      <p:sp>
        <p:nvSpPr>
          <p:cNvPr id="1048675" name="Text Placeholder 2"/>
          <p:cNvSpPr>
            <a:spLocks noGrp="1"/>
          </p:cNvSpPr>
          <p:nvPr>
            <p:ph type="body" idx="1"/>
          </p:nvPr>
        </p:nvSpPr>
        <p:spPr>
          <a:xfrm>
            <a:off x="1066800" y="1905000"/>
            <a:ext cx="6255488" cy="743507"/>
          </a:xfrm>
        </p:spPr>
        <p:txBody>
          <a:bodyPr anchor="b"/>
          <a:lstStyle>
            <a:lvl1pPr algn="r" indent="0" marL="0">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eaLnBrk="1" hangingPunct="1" latinLnBrk="0" lvl="0"/>
            <a:r>
              <a:rPr kumimoji="0" lang="en-US" smtClean="0"/>
              <a:t>Click to edit Master text styles</a:t>
            </a:r>
          </a:p>
        </p:txBody>
      </p:sp>
      <p:sp>
        <p:nvSpPr>
          <p:cNvPr id="1048676" name="Date Placeholder 3"/>
          <p:cNvSpPr>
            <a:spLocks noGrp="1"/>
          </p:cNvSpPr>
          <p:nvPr>
            <p:ph type="dt" sz="half" idx="10"/>
          </p:nvPr>
        </p:nvSpPr>
        <p:spPr>
          <a:xfrm>
            <a:off x="4724238" y="6556810"/>
            <a:ext cx="2002464" cy="226902"/>
          </a:xfrm>
        </p:spPr>
        <p:txBody>
          <a:bodyPr anchor="b" bIns="0"/>
          <a:lstStyle>
            <a:lvl1pPr>
              <a:defRPr>
                <a:solidFill>
                  <a:schemeClr val="tx2"/>
                </a:solidFill>
              </a:defRPr>
            </a:lvl1pPr>
          </a:lstStyle>
          <a:p>
            <a:fld id="{2BC928E7-4B28-467A-A962-2479969ED776}" type="datetimeFigureOut">
              <a:rPr lang="en-US" smtClean="0"/>
              <a:t>3/1/2025</a:t>
            </a:fld>
            <a:endParaRPr lang="en-US"/>
          </a:p>
        </p:txBody>
      </p:sp>
      <p:sp>
        <p:nvSpPr>
          <p:cNvPr id="1048677" name="Footer Placeholder 4"/>
          <p:cNvSpPr>
            <a:spLocks noGrp="1"/>
          </p:cNvSpPr>
          <p:nvPr>
            <p:ph type="ftr" sz="quarter" idx="11"/>
          </p:nvPr>
        </p:nvSpPr>
        <p:spPr>
          <a:xfrm>
            <a:off x="1735358" y="6556810"/>
            <a:ext cx="2895600" cy="228600"/>
          </a:xfrm>
        </p:spPr>
        <p:txBody>
          <a:bodyPr anchor="b" bIns="0"/>
          <a:lstStyle>
            <a:lvl1pPr>
              <a:defRPr>
                <a:solidFill>
                  <a:schemeClr val="tx2"/>
                </a:solidFill>
              </a:defRPr>
            </a:lvl1pPr>
          </a:lstStyle>
          <a:p>
            <a:endParaRPr lang="en-US"/>
          </a:p>
        </p:txBody>
      </p:sp>
      <p:sp>
        <p:nvSpPr>
          <p:cNvPr id="1048678" name="Slide Number Placeholder 5"/>
          <p:cNvSpPr>
            <a:spLocks noGrp="1"/>
          </p:cNvSpPr>
          <p:nvPr>
            <p:ph type="sldNum" sz="quarter" idx="12"/>
          </p:nvPr>
        </p:nvSpPr>
        <p:spPr>
          <a:xfrm>
            <a:off x="6733952" y="6555112"/>
            <a:ext cx="588336" cy="228600"/>
          </a:xfrm>
        </p:spPr>
        <p:txBody>
          <a:bodyPr/>
          <a:p>
            <a:fld id="{66A50628-A314-461E-B4BD-87B4C3BFCCAA}" type="slidenum">
              <a:rPr lang="en-US" smtClean="0"/>
              <a:t>‹#›</a:t>
            </a:fld>
            <a:endParaRPr lang="en-US"/>
          </a:p>
        </p:txBody>
      </p:sp>
    </p:spTree>
  </p:cSld>
  <p:clrMapOvr>
    <a:overrideClrMapping accent1="accent1" accent2="accent2" accent3="accent3" accent4="accent4" accent5="accent5" accent6="accent6" bg1="lt1" bg2="lt2" tx1="dk1" tx2="dk2"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72" name=""/>
        <p:cNvGrpSpPr/>
        <p:nvPr/>
      </p:nvGrpSpPr>
      <p:grpSpPr>
        <a:xfrm>
          <a:off x="0" y="0"/>
          <a:ext cx="0" cy="0"/>
          <a:chOff x="0" y="0"/>
          <a:chExt cx="0" cy="0"/>
        </a:xfrm>
      </p:grpSpPr>
      <p:sp>
        <p:nvSpPr>
          <p:cNvPr id="1048668" name="Title 1"/>
          <p:cNvSpPr>
            <a:spLocks noGrp="1"/>
          </p:cNvSpPr>
          <p:nvPr>
            <p:ph type="title"/>
          </p:nvPr>
        </p:nvSpPr>
        <p:spPr>
          <a:xfrm>
            <a:off x="457200" y="320040"/>
            <a:ext cx="7242048" cy="1143000"/>
          </a:xfrm>
        </p:spPr>
        <p:txBody>
          <a:bodyPr/>
          <a:p>
            <a:r>
              <a:rPr kumimoji="0" lang="en-US" smtClean="0"/>
              <a:t>Click to edit Master title style</a:t>
            </a:r>
            <a:endParaRPr kumimoji="0" lang="en-US"/>
          </a:p>
        </p:txBody>
      </p:sp>
      <p:sp>
        <p:nvSpPr>
          <p:cNvPr id="1048669" name="Content Placeholder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670" name="Content Placeholder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671" name="Date Placeholder 4"/>
          <p:cNvSpPr>
            <a:spLocks noGrp="1"/>
          </p:cNvSpPr>
          <p:nvPr>
            <p:ph type="dt" sz="half" idx="10"/>
          </p:nvPr>
        </p:nvSpPr>
        <p:spPr/>
        <p:txBody>
          <a:bodyPr/>
          <a:p>
            <a:fld id="{2BC928E7-4B28-467A-A962-2479969ED776}" type="datetimeFigureOut">
              <a:rPr lang="en-US" smtClean="0"/>
              <a:t>3/1/2025</a:t>
            </a:fld>
            <a:endParaRPr lang="en-US"/>
          </a:p>
        </p:txBody>
      </p:sp>
      <p:sp>
        <p:nvSpPr>
          <p:cNvPr id="1048672" name="Footer Placeholder 5"/>
          <p:cNvSpPr>
            <a:spLocks noGrp="1"/>
          </p:cNvSpPr>
          <p:nvPr>
            <p:ph type="ftr" sz="quarter" idx="11"/>
          </p:nvPr>
        </p:nvSpPr>
        <p:spPr/>
        <p:txBody>
          <a:bodyPr/>
          <a:p>
            <a:endParaRPr lang="en-US"/>
          </a:p>
        </p:txBody>
      </p:sp>
      <p:sp>
        <p:nvSpPr>
          <p:cNvPr id="1048673" name="Slide Number Placeholder 6"/>
          <p:cNvSpPr>
            <a:spLocks noGrp="1"/>
          </p:cNvSpPr>
          <p:nvPr>
            <p:ph type="sldNum" sz="quarter" idx="12"/>
          </p:nvPr>
        </p:nvSpPr>
        <p:spPr/>
        <p:txBody>
          <a:bodyPr/>
          <a:p>
            <a:fld id="{66A50628-A314-461E-B4BD-87B4C3BFCCAA}"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76" name=""/>
        <p:cNvGrpSpPr/>
        <p:nvPr/>
      </p:nvGrpSpPr>
      <p:grpSpPr>
        <a:xfrm>
          <a:off x="0" y="0"/>
          <a:ext cx="0" cy="0"/>
          <a:chOff x="0" y="0"/>
          <a:chExt cx="0" cy="0"/>
        </a:xfrm>
      </p:grpSpPr>
      <p:sp>
        <p:nvSpPr>
          <p:cNvPr id="1048689" name="Title 1"/>
          <p:cNvSpPr>
            <a:spLocks noGrp="1"/>
          </p:cNvSpPr>
          <p:nvPr>
            <p:ph type="title"/>
          </p:nvPr>
        </p:nvSpPr>
        <p:spPr>
          <a:xfrm>
            <a:off x="457200" y="320040"/>
            <a:ext cx="7242048" cy="1143000"/>
          </a:xfrm>
        </p:spPr>
        <p:txBody>
          <a:bodyPr anchor="b"/>
          <a:p>
            <a:r>
              <a:rPr kumimoji="0" lang="en-US" smtClean="0"/>
              <a:t>Click to edit Master title style</a:t>
            </a:r>
            <a:endParaRPr kumimoji="0" lang="en-US"/>
          </a:p>
        </p:txBody>
      </p:sp>
      <p:sp>
        <p:nvSpPr>
          <p:cNvPr id="1048690" name="Text Placeholder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algn="ctr" indent="0" marL="0">
              <a:buNone/>
              <a:defRPr b="1" sz="1800">
                <a:solidFill>
                  <a:schemeClr val="tx2"/>
                </a:solidFill>
                <a:effectLst/>
              </a:defRPr>
            </a:lvl1pPr>
            <a:lvl2pPr>
              <a:buNone/>
              <a:defRPr b="1" sz="2000"/>
            </a:lvl2pPr>
            <a:lvl3pPr>
              <a:buNone/>
              <a:defRPr b="1" sz="1800"/>
            </a:lvl3pPr>
            <a:lvl4pPr>
              <a:buNone/>
              <a:defRPr b="1" sz="1600"/>
            </a:lvl4pPr>
            <a:lvl5pPr>
              <a:buNone/>
              <a:defRPr b="1" sz="1600"/>
            </a:lvl5pPr>
          </a:lstStyle>
          <a:p>
            <a:pPr eaLnBrk="1" hangingPunct="1" latinLnBrk="0" lvl="0"/>
            <a:r>
              <a:rPr kumimoji="0" lang="en-US" smtClean="0"/>
              <a:t>Click to edit Master text styles</a:t>
            </a:r>
          </a:p>
        </p:txBody>
      </p:sp>
      <p:sp>
        <p:nvSpPr>
          <p:cNvPr id="1048691" name="Text Placeholder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algn="ctr" indent="0" marL="0">
              <a:buNone/>
              <a:defRPr b="1" sz="1800">
                <a:solidFill>
                  <a:schemeClr val="tx2"/>
                </a:solidFill>
                <a:effectLst/>
              </a:defRPr>
            </a:lvl1pPr>
            <a:lvl2pPr>
              <a:buNone/>
              <a:defRPr b="1" sz="2000"/>
            </a:lvl2pPr>
            <a:lvl3pPr>
              <a:buNone/>
              <a:defRPr b="1" sz="1800"/>
            </a:lvl3pPr>
            <a:lvl4pPr>
              <a:buNone/>
              <a:defRPr b="1" sz="1600"/>
            </a:lvl4pPr>
            <a:lvl5pPr>
              <a:buNone/>
              <a:defRPr b="1" sz="1600"/>
            </a:lvl5pPr>
          </a:lstStyle>
          <a:p>
            <a:pPr eaLnBrk="1" hangingPunct="1" latinLnBrk="0" lvl="0"/>
            <a:r>
              <a:rPr kumimoji="0" lang="en-US" smtClean="0"/>
              <a:t>Click to edit Master text styles</a:t>
            </a:r>
          </a:p>
        </p:txBody>
      </p:sp>
      <p:sp>
        <p:nvSpPr>
          <p:cNvPr id="1048692" name="Content Placeholder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693" name="Content Placeholder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694" name="Date Placeholder 6"/>
          <p:cNvSpPr>
            <a:spLocks noGrp="1"/>
          </p:cNvSpPr>
          <p:nvPr>
            <p:ph type="dt" sz="half" idx="10"/>
          </p:nvPr>
        </p:nvSpPr>
        <p:spPr/>
        <p:txBody>
          <a:bodyPr/>
          <a:p>
            <a:fld id="{2BC928E7-4B28-467A-A962-2479969ED776}" type="datetimeFigureOut">
              <a:rPr lang="en-US" smtClean="0"/>
              <a:t>3/1/2025</a:t>
            </a:fld>
            <a:endParaRPr lang="en-US"/>
          </a:p>
        </p:txBody>
      </p:sp>
      <p:sp>
        <p:nvSpPr>
          <p:cNvPr id="1048695" name="Footer Placeholder 7"/>
          <p:cNvSpPr>
            <a:spLocks noGrp="1"/>
          </p:cNvSpPr>
          <p:nvPr>
            <p:ph type="ftr" sz="quarter" idx="11"/>
          </p:nvPr>
        </p:nvSpPr>
        <p:spPr/>
        <p:txBody>
          <a:bodyPr/>
          <a:p>
            <a:endParaRPr lang="en-US"/>
          </a:p>
        </p:txBody>
      </p:sp>
      <p:sp>
        <p:nvSpPr>
          <p:cNvPr id="1048696" name="Slide Number Placeholder 8"/>
          <p:cNvSpPr>
            <a:spLocks noGrp="1"/>
          </p:cNvSpPr>
          <p:nvPr>
            <p:ph type="sldNum" sz="quarter" idx="12"/>
          </p:nvPr>
        </p:nvSpPr>
        <p:spPr/>
        <p:txBody>
          <a:bodyPr/>
          <a:p>
            <a:fld id="{66A50628-A314-461E-B4BD-87B4C3BFCCAA}"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75" name=""/>
        <p:cNvGrpSpPr/>
        <p:nvPr/>
      </p:nvGrpSpPr>
      <p:grpSpPr>
        <a:xfrm>
          <a:off x="0" y="0"/>
          <a:ext cx="0" cy="0"/>
          <a:chOff x="0" y="0"/>
          <a:chExt cx="0" cy="0"/>
        </a:xfrm>
      </p:grpSpPr>
      <p:sp>
        <p:nvSpPr>
          <p:cNvPr id="1048685" name="Title 1"/>
          <p:cNvSpPr>
            <a:spLocks noGrp="1"/>
          </p:cNvSpPr>
          <p:nvPr>
            <p:ph type="title"/>
          </p:nvPr>
        </p:nvSpPr>
        <p:spPr>
          <a:xfrm>
            <a:off x="457200" y="320040"/>
            <a:ext cx="7242048" cy="1143000"/>
          </a:xfrm>
        </p:spPr>
        <p:txBody>
          <a:bodyPr/>
          <a:p>
            <a:r>
              <a:rPr kumimoji="0" lang="en-US" smtClean="0"/>
              <a:t>Click to edit Master title style</a:t>
            </a:r>
            <a:endParaRPr kumimoji="0" lang="en-US"/>
          </a:p>
        </p:txBody>
      </p:sp>
      <p:sp>
        <p:nvSpPr>
          <p:cNvPr id="1048686" name="Date Placeholder 2"/>
          <p:cNvSpPr>
            <a:spLocks noGrp="1"/>
          </p:cNvSpPr>
          <p:nvPr>
            <p:ph type="dt" sz="half" idx="10"/>
          </p:nvPr>
        </p:nvSpPr>
        <p:spPr/>
        <p:txBody>
          <a:bodyPr/>
          <a:p>
            <a:fld id="{2BC928E7-4B28-467A-A962-2479969ED776}" type="datetimeFigureOut">
              <a:rPr lang="en-US" smtClean="0"/>
              <a:t>3/1/2025</a:t>
            </a:fld>
            <a:endParaRPr lang="en-US"/>
          </a:p>
        </p:txBody>
      </p:sp>
      <p:sp>
        <p:nvSpPr>
          <p:cNvPr id="1048687" name="Footer Placeholder 3"/>
          <p:cNvSpPr>
            <a:spLocks noGrp="1"/>
          </p:cNvSpPr>
          <p:nvPr>
            <p:ph type="ftr" sz="quarter" idx="11"/>
          </p:nvPr>
        </p:nvSpPr>
        <p:spPr/>
        <p:txBody>
          <a:bodyPr/>
          <a:p>
            <a:endParaRPr lang="en-US"/>
          </a:p>
        </p:txBody>
      </p:sp>
      <p:sp>
        <p:nvSpPr>
          <p:cNvPr id="1048688" name="Slide Number Placeholder 4"/>
          <p:cNvSpPr>
            <a:spLocks noGrp="1"/>
          </p:cNvSpPr>
          <p:nvPr>
            <p:ph type="sldNum" sz="quarter" idx="12"/>
          </p:nvPr>
        </p:nvSpPr>
        <p:spPr/>
        <p:txBody>
          <a:bodyPr/>
          <a:p>
            <a:fld id="{66A50628-A314-461E-B4BD-87B4C3BFCCAA}"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66" name=""/>
        <p:cNvGrpSpPr/>
        <p:nvPr/>
      </p:nvGrpSpPr>
      <p:grpSpPr>
        <a:xfrm>
          <a:off x="0" y="0"/>
          <a:ext cx="0" cy="0"/>
          <a:chOff x="0" y="0"/>
          <a:chExt cx="0" cy="0"/>
        </a:xfrm>
      </p:grpSpPr>
      <p:sp>
        <p:nvSpPr>
          <p:cNvPr id="1048635" name="Date Placeholder 1"/>
          <p:cNvSpPr>
            <a:spLocks noGrp="1"/>
          </p:cNvSpPr>
          <p:nvPr>
            <p:ph type="dt" sz="half" idx="10"/>
          </p:nvPr>
        </p:nvSpPr>
        <p:spPr/>
        <p:txBody>
          <a:bodyPr/>
          <a:lstStyle>
            <a:lvl1pPr>
              <a:defRPr>
                <a:solidFill>
                  <a:schemeClr val="tx2"/>
                </a:solidFill>
              </a:defRPr>
            </a:lvl1pPr>
          </a:lstStyle>
          <a:p>
            <a:fld id="{2BC928E7-4B28-467A-A962-2479969ED776}" type="datetimeFigureOut">
              <a:rPr lang="en-US" smtClean="0"/>
              <a:t>3/1/2025</a:t>
            </a:fld>
            <a:endParaRPr lang="en-US"/>
          </a:p>
        </p:txBody>
      </p:sp>
      <p:sp>
        <p:nvSpPr>
          <p:cNvPr id="1048636" name="Footer Placeholder 2"/>
          <p:cNvSpPr>
            <a:spLocks noGrp="1"/>
          </p:cNvSpPr>
          <p:nvPr>
            <p:ph type="ftr" sz="quarter" idx="11"/>
          </p:nvPr>
        </p:nvSpPr>
        <p:spPr/>
        <p:txBody>
          <a:bodyPr/>
          <a:lstStyle>
            <a:lvl1pPr>
              <a:defRPr>
                <a:solidFill>
                  <a:schemeClr val="tx2"/>
                </a:solidFill>
              </a:defRPr>
            </a:lvl1pPr>
          </a:lstStyle>
          <a:p>
            <a:endParaRPr lang="en-US"/>
          </a:p>
        </p:txBody>
      </p:sp>
      <p:sp>
        <p:nvSpPr>
          <p:cNvPr id="1048637" name="Slide Number Placeholder 3"/>
          <p:cNvSpPr>
            <a:spLocks noGrp="1"/>
          </p:cNvSpPr>
          <p:nvPr>
            <p:ph type="sldNum" sz="quarter" idx="12"/>
          </p:nvPr>
        </p:nvSpPr>
        <p:spPr/>
        <p:txBody>
          <a:bodyPr/>
          <a:p>
            <a:fld id="{66A50628-A314-461E-B4BD-87B4C3BFCCAA}"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74" name=""/>
        <p:cNvGrpSpPr/>
        <p:nvPr/>
      </p:nvGrpSpPr>
      <p:grpSpPr>
        <a:xfrm>
          <a:off x="0" y="0"/>
          <a:ext cx="0" cy="0"/>
          <a:chOff x="0" y="0"/>
          <a:chExt cx="0" cy="0"/>
        </a:xfrm>
      </p:grpSpPr>
      <p:sp>
        <p:nvSpPr>
          <p:cNvPr id="1048679" name="Title 1"/>
          <p:cNvSpPr>
            <a:spLocks noGrp="1"/>
          </p:cNvSpPr>
          <p:nvPr>
            <p:ph type="title"/>
          </p:nvPr>
        </p:nvSpPr>
        <p:spPr>
          <a:xfrm>
            <a:off x="457200" y="228600"/>
            <a:ext cx="5897880" cy="1173480"/>
          </a:xfrm>
        </p:spPr>
        <p:txBody>
          <a:bodyPr anchor="b" wrap="square"/>
          <a:lstStyle>
            <a:lvl1pPr algn="l">
              <a:buNone/>
              <a:defRPr baseline="0" sz="2400" lang="en-US" smtClean="0"/>
            </a:lvl1pPr>
          </a:lstStyle>
          <a:p>
            <a:r>
              <a:rPr kumimoji="0" lang="en-US" smtClean="0"/>
              <a:t>Click to edit Master title style</a:t>
            </a:r>
            <a:endParaRPr kumimoji="0" lang="en-US"/>
          </a:p>
        </p:txBody>
      </p:sp>
      <p:sp>
        <p:nvSpPr>
          <p:cNvPr id="1048680" name="Text Placeholder 2"/>
          <p:cNvSpPr>
            <a:spLocks noGrp="1"/>
          </p:cNvSpPr>
          <p:nvPr>
            <p:ph type="body" idx="2"/>
          </p:nvPr>
        </p:nvSpPr>
        <p:spPr>
          <a:xfrm>
            <a:off x="457200" y="1497416"/>
            <a:ext cx="5897880" cy="602512"/>
          </a:xfrm>
        </p:spPr>
        <p:txBody>
          <a:bodyPr anchor="t" anchorCtr="0" bIns="0" compatLnSpc="1" forceAA="0" fromWordArt="0" horzOverflow="overflow" lIns="45720" numCol="1" rIns="0" rot="0" rtlCol="0" spcCol="0" spcFirstLastPara="0" tIns="0" vert="horz" vertOverflow="overflow" wrap="square">
            <a:normAutofit/>
          </a:bodyPr>
          <a:lstStyle>
            <a:lvl1pPr indent="0" marL="0">
              <a:spcBef>
                <a:spcPts val="0"/>
              </a:spcBef>
              <a:spcAft>
                <a:spcPts val="0"/>
              </a:spcAft>
              <a:buNone/>
              <a:defRPr sz="1400"/>
            </a:lvl1pPr>
            <a:lvl2pPr>
              <a:buNone/>
              <a:defRPr sz="1200"/>
            </a:lvl2pPr>
            <a:lvl3pPr>
              <a:buNone/>
              <a:defRPr sz="1000"/>
            </a:lvl3pPr>
            <a:lvl4pPr>
              <a:buNone/>
              <a:defRPr sz="900"/>
            </a:lvl4pPr>
            <a:lvl5pPr>
              <a:buNone/>
              <a:defRPr sz="900"/>
            </a:lvl5pPr>
          </a:lstStyle>
          <a:p>
            <a:pPr eaLnBrk="1" hangingPunct="1" latinLnBrk="0" lvl="0"/>
            <a:r>
              <a:rPr kumimoji="0" lang="en-US" smtClean="0"/>
              <a:t>Click to edit Master text styles</a:t>
            </a:r>
          </a:p>
        </p:txBody>
      </p:sp>
      <p:sp>
        <p:nvSpPr>
          <p:cNvPr id="1048681" name="Content Placeholder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682" name="Date Placeholder 4"/>
          <p:cNvSpPr>
            <a:spLocks noGrp="1"/>
          </p:cNvSpPr>
          <p:nvPr>
            <p:ph type="dt" sz="half" idx="10"/>
          </p:nvPr>
        </p:nvSpPr>
        <p:spPr/>
        <p:txBody>
          <a:bodyPr/>
          <a:p>
            <a:fld id="{2BC928E7-4B28-467A-A962-2479969ED776}" type="datetimeFigureOut">
              <a:rPr lang="en-US" smtClean="0"/>
              <a:t>3/1/2025</a:t>
            </a:fld>
            <a:endParaRPr lang="en-US"/>
          </a:p>
        </p:txBody>
      </p:sp>
      <p:sp>
        <p:nvSpPr>
          <p:cNvPr id="1048683" name="Footer Placeholder 5"/>
          <p:cNvSpPr>
            <a:spLocks noGrp="1"/>
          </p:cNvSpPr>
          <p:nvPr>
            <p:ph type="ftr" sz="quarter" idx="11"/>
          </p:nvPr>
        </p:nvSpPr>
        <p:spPr/>
        <p:txBody>
          <a:bodyPr/>
          <a:p>
            <a:endParaRPr lang="en-US"/>
          </a:p>
        </p:txBody>
      </p:sp>
      <p:sp>
        <p:nvSpPr>
          <p:cNvPr id="1048684" name="Slide Number Placeholder 6"/>
          <p:cNvSpPr>
            <a:spLocks noGrp="1"/>
          </p:cNvSpPr>
          <p:nvPr>
            <p:ph type="sldNum" sz="quarter" idx="12"/>
          </p:nvPr>
        </p:nvSpPr>
        <p:spPr/>
        <p:txBody>
          <a:bodyPr/>
          <a:p>
            <a:fld id="{66A50628-A314-461E-B4BD-87B4C3BFCCAA}"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showMasterSp="0" type="picTx">
  <p:cSld name="Picture with Caption">
    <p:bg>
      <p:bgRef idx="1002">
        <a:schemeClr val="bg2"/>
      </p:bgRef>
    </p:bg>
    <p:spTree>
      <p:nvGrpSpPr>
        <p:cNvPr id="69" name=""/>
        <p:cNvGrpSpPr/>
        <p:nvPr/>
      </p:nvGrpSpPr>
      <p:grpSpPr>
        <a:xfrm>
          <a:off x="0" y="0"/>
          <a:ext cx="0" cy="0"/>
          <a:chOff x="0" y="0"/>
          <a:chExt cx="0" cy="0"/>
        </a:xfrm>
      </p:grpSpPr>
      <p:sp>
        <p:nvSpPr>
          <p:cNvPr id="1048650" name="Rectangle 7"/>
          <p:cNvSpPr/>
          <p:nvPr/>
        </p:nvSpPr>
        <p:spPr>
          <a:xfrm rot="21240000">
            <a:off x="597968" y="1004668"/>
            <a:ext cx="4319527" cy="4312573"/>
          </a:xfrm>
          <a:prstGeom prst="rect"/>
          <a:solidFill>
            <a:srgbClr val="FAFAFA"/>
          </a:solidFill>
          <a:ln w="1270" cap="rnd" cmpd="sng" algn="ctr">
            <a:solidFill>
              <a:srgbClr val="EAEAEA"/>
            </a:solidFill>
            <a:prstDash val="solid"/>
          </a:ln>
          <a:effectLst>
            <a:outerShdw algn="t" blurRad="25000" dir="5400000" dist="12700"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anchor="ctr" rtlCol="0"/>
          <a:p>
            <a:pPr algn="ctr" eaLnBrk="1" hangingPunct="1" latinLnBrk="0"/>
            <a:endParaRPr kumimoji="0" lang="en-US"/>
          </a:p>
        </p:txBody>
      </p:sp>
      <p:sp>
        <p:nvSpPr>
          <p:cNvPr id="1048651" name="Rectangle 8"/>
          <p:cNvSpPr/>
          <p:nvPr/>
        </p:nvSpPr>
        <p:spPr>
          <a:xfrm rot="21420000">
            <a:off x="596706" y="998816"/>
            <a:ext cx="4319527" cy="4312573"/>
          </a:xfrm>
          <a:prstGeom prst="rect"/>
          <a:solidFill>
            <a:srgbClr val="FAFAFA"/>
          </a:solidFill>
          <a:ln w="1270" cap="rnd" cmpd="sng" algn="ctr">
            <a:solidFill>
              <a:srgbClr val="EAEAEA"/>
            </a:solidFill>
            <a:prstDash val="solid"/>
          </a:ln>
          <a:effectLst>
            <a:outerShdw algn="tl" blurRad="28000" dir="5400000" dist="12700"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anchor="ctr" rtlCol="0"/>
          <a:p>
            <a:pPr algn="ctr" eaLnBrk="1" hangingPunct="1" latinLnBrk="0"/>
            <a:endParaRPr kumimoji="0" lang="en-US"/>
          </a:p>
        </p:txBody>
      </p:sp>
      <p:sp>
        <p:nvSpPr>
          <p:cNvPr id="1048652" name="Title 1"/>
          <p:cNvSpPr>
            <a:spLocks noGrp="1"/>
          </p:cNvSpPr>
          <p:nvPr>
            <p:ph type="title"/>
          </p:nvPr>
        </p:nvSpPr>
        <p:spPr>
          <a:xfrm>
            <a:off x="5389098" y="1143000"/>
            <a:ext cx="3429000" cy="2057400"/>
          </a:xfrm>
        </p:spPr>
        <p:txBody>
          <a:bodyPr anchor="b" vert="horz"/>
          <a:lstStyle>
            <a:lvl1pPr algn="l">
              <a:buNone/>
              <a:defRPr baseline="0" b="1" sz="300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lstStyle>
          <a:p>
            <a:r>
              <a:rPr kumimoji="0" lang="en-US" smtClean="0"/>
              <a:t>Click to edit Master title style</a:t>
            </a:r>
            <a:endParaRPr dirty="0" kumimoji="0" lang="en-US"/>
          </a:p>
        </p:txBody>
      </p:sp>
      <p:sp>
        <p:nvSpPr>
          <p:cNvPr id="1048653" name="Text Placeholder 3"/>
          <p:cNvSpPr>
            <a:spLocks noGrp="1"/>
          </p:cNvSpPr>
          <p:nvPr>
            <p:ph type="body" sz="half" idx="2"/>
          </p:nvPr>
        </p:nvSpPr>
        <p:spPr>
          <a:xfrm>
            <a:off x="5389098" y="3283634"/>
            <a:ext cx="3429000" cy="1920240"/>
          </a:xfrm>
        </p:spPr>
        <p:txBody>
          <a:bodyPr anchor="t" anchorCtr="0" bIns="0" compatLnSpc="1" forceAA="0" fromWordArt="0" horzOverflow="overflow" lIns="82296" numCol="1" rIns="0" rot="0" rtlCol="0" spcCol="0" spcFirstLastPara="0" tIns="0" vert="horz" vertOverflow="overflow" wrap="square">
            <a:normAutofit/>
          </a:bodyPr>
          <a:lstStyle>
            <a:lvl1pPr indent="0" marL="0">
              <a:lnSpc>
                <a:spcPct val="100000"/>
              </a:lnSpc>
              <a:spcBef>
                <a:spcPts val="0"/>
              </a:spcBef>
              <a:buFontTx/>
              <a:buNone/>
              <a:defRPr baseline="0" sz="1400">
                <a:solidFill>
                  <a:schemeClr val="tx1"/>
                </a:solidFill>
              </a:defRPr>
            </a:lvl1pPr>
            <a:lvl2pPr>
              <a:defRPr sz="1200"/>
            </a:lvl2pPr>
            <a:lvl3pPr>
              <a:defRPr sz="1000"/>
            </a:lvl3pPr>
            <a:lvl4pPr>
              <a:defRPr sz="900"/>
            </a:lvl4pPr>
            <a:lvl5pPr>
              <a:defRPr sz="900"/>
            </a:lvl5pPr>
          </a:lstStyle>
          <a:p>
            <a:pPr algn="l" defTabSz="0" eaLnBrk="1" fontAlgn="auto" hangingPunct="1" indent="0" latinLnBrk="0" lvl="0" marL="0" marR="0" rtl="0">
              <a:lnSpc>
                <a:spcPct val="100000"/>
              </a:lnSpc>
              <a:spcBef>
                <a:spcPts val="0"/>
              </a:spcBef>
              <a:spcAft>
                <a:spcPts val="0"/>
              </a:spcAft>
              <a:buClr>
                <a:schemeClr val="tx2"/>
              </a:buClr>
              <a:buSzPct val="73000"/>
              <a:buFontTx/>
              <a:buNone/>
            </a:pPr>
            <a:r>
              <a:rPr kumimoji="0" lang="en-US" smtClean="0"/>
              <a:t>Click to edit Master text styles</a:t>
            </a:r>
          </a:p>
        </p:txBody>
      </p:sp>
      <p:sp>
        <p:nvSpPr>
          <p:cNvPr id="1048654" name="Date Placeholder 4"/>
          <p:cNvSpPr>
            <a:spLocks noGrp="1"/>
          </p:cNvSpPr>
          <p:nvPr>
            <p:ph type="dt" sz="half" idx="10"/>
          </p:nvPr>
        </p:nvSpPr>
        <p:spPr/>
        <p:txBody>
          <a:bodyPr/>
          <a:p>
            <a:fld id="{2BC928E7-4B28-467A-A962-2479969ED776}" type="datetimeFigureOut">
              <a:rPr lang="en-US" smtClean="0"/>
              <a:t>3/1/2025</a:t>
            </a:fld>
            <a:endParaRPr lang="en-US"/>
          </a:p>
        </p:txBody>
      </p:sp>
      <p:sp>
        <p:nvSpPr>
          <p:cNvPr id="1048655" name="Footer Placeholder 5"/>
          <p:cNvSpPr>
            <a:spLocks noGrp="1"/>
          </p:cNvSpPr>
          <p:nvPr>
            <p:ph type="ftr" sz="quarter" idx="11"/>
          </p:nvPr>
        </p:nvSpPr>
        <p:spPr/>
        <p:txBody>
          <a:bodyPr/>
          <a:p>
            <a:endParaRPr lang="en-US"/>
          </a:p>
        </p:txBody>
      </p:sp>
      <p:sp>
        <p:nvSpPr>
          <p:cNvPr id="1048656" name="Slide Number Placeholder 6"/>
          <p:cNvSpPr>
            <a:spLocks noGrp="1"/>
          </p:cNvSpPr>
          <p:nvPr>
            <p:ph type="sldNum" sz="quarter" idx="12"/>
          </p:nvPr>
        </p:nvSpPr>
        <p:spPr/>
        <p:txBody>
          <a:bodyPr/>
          <a:p>
            <a:fld id="{66A50628-A314-461E-B4BD-87B4C3BFCCAA}" type="slidenum">
              <a:rPr lang="en-US" smtClean="0"/>
              <a:t>‹#›</a:t>
            </a:fld>
            <a:endParaRPr lang="en-US"/>
          </a:p>
        </p:txBody>
      </p:sp>
      <p:sp>
        <p:nvSpPr>
          <p:cNvPr id="1048657" name="Picture Placeholder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algn="tl" blurRad="44450" dir="5400000" dist="3810" rotWithShape="0">
              <a:srgbClr val="000000">
                <a:alpha val="60000"/>
              </a:srgbClr>
            </a:outerShdw>
          </a:effectLst>
          <a:scene3d>
            <a:camera prst="orthographicFront"/>
            <a:lightRig dir="t" rig="threePt"/>
          </a:scene3d>
          <a:sp3d contourW="3810">
            <a:contourClr>
              <a:srgbClr val="969696"/>
            </a:contourClr>
          </a:sp3d>
        </p:spPr>
        <p:txBody>
          <a:bodyPr/>
          <a:lstStyle>
            <a:lvl1pPr indent="0" marL="0">
              <a:buNone/>
              <a:defRPr sz="3200"/>
            </a:lvl1pPr>
          </a:lstStyle>
          <a:p>
            <a:r>
              <a:rPr kumimoji="0" lang="en-US" smtClean="0"/>
              <a:t>Click icon to add picture</a:t>
            </a:r>
            <a:endParaRPr dirty="0" kumimoji="0" lang="en-US"/>
          </a:p>
        </p:txBody>
      </p:sp>
    </p:spTree>
  </p:cSld>
  <p:clrMapOvr>
    <a:overrideClrMapping accent1="accent1" accent2="accent2" accent3="accent3" accent4="accent4" accent5="accent5" accent6="accent6" bg1="dk1" bg2="dk2" tx1="lt1" tx2="lt2"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70" name=""/>
        <p:cNvGrpSpPr/>
        <p:nvPr/>
      </p:nvGrpSpPr>
      <p:grpSpPr>
        <a:xfrm>
          <a:off x="0" y="0"/>
          <a:ext cx="0" cy="0"/>
          <a:chOff x="0" y="0"/>
          <a:chExt cx="0" cy="0"/>
        </a:xfrm>
      </p:grpSpPr>
      <p:sp>
        <p:nvSpPr>
          <p:cNvPr id="1048658" name="Title 1"/>
          <p:cNvSpPr>
            <a:spLocks noGrp="1"/>
          </p:cNvSpPr>
          <p:nvPr>
            <p:ph type="title"/>
          </p:nvPr>
        </p:nvSpPr>
        <p:spPr/>
        <p:txBody>
          <a:bodyPr/>
          <a:p>
            <a:r>
              <a:rPr kumimoji="0" lang="en-US" smtClean="0"/>
              <a:t>Click to edit Master title style</a:t>
            </a:r>
            <a:endParaRPr kumimoji="0" lang="en-US"/>
          </a:p>
        </p:txBody>
      </p:sp>
      <p:sp>
        <p:nvSpPr>
          <p:cNvPr id="1048659" name="Vertical Text Placeholder 2"/>
          <p:cNvSpPr>
            <a:spLocks noGrp="1"/>
          </p:cNvSpPr>
          <p:nvPr>
            <p:ph type="body" orient="vert" idx="1"/>
          </p:nvPr>
        </p:nvSpPr>
        <p:spPr/>
        <p:txBody>
          <a:bodyPr vert="eaVert"/>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660" name="Date Placeholder 3"/>
          <p:cNvSpPr>
            <a:spLocks noGrp="1"/>
          </p:cNvSpPr>
          <p:nvPr>
            <p:ph type="dt" sz="half" idx="10"/>
          </p:nvPr>
        </p:nvSpPr>
        <p:spPr/>
        <p:txBody>
          <a:bodyPr/>
          <a:p>
            <a:fld id="{2BC928E7-4B28-467A-A962-2479969ED776}" type="datetimeFigureOut">
              <a:rPr lang="en-US" smtClean="0"/>
              <a:t>3/1/2025</a:t>
            </a:fld>
            <a:endParaRPr lang="en-US"/>
          </a:p>
        </p:txBody>
      </p:sp>
      <p:sp>
        <p:nvSpPr>
          <p:cNvPr id="1048661" name="Footer Placeholder 4"/>
          <p:cNvSpPr>
            <a:spLocks noGrp="1"/>
          </p:cNvSpPr>
          <p:nvPr>
            <p:ph type="ftr" sz="quarter" idx="11"/>
          </p:nvPr>
        </p:nvSpPr>
        <p:spPr/>
        <p:txBody>
          <a:bodyPr/>
          <a:p>
            <a:endParaRPr lang="en-US"/>
          </a:p>
        </p:txBody>
      </p:sp>
      <p:sp>
        <p:nvSpPr>
          <p:cNvPr id="1048662" name="Slide Number Placeholder 5"/>
          <p:cNvSpPr>
            <a:spLocks noGrp="1"/>
          </p:cNvSpPr>
          <p:nvPr>
            <p:ph type="sldNum" sz="quarter" idx="12"/>
          </p:nvPr>
        </p:nvSpPr>
        <p:spPr/>
        <p:txBody>
          <a:bodyPr/>
          <a:p>
            <a:fld id="{66A50628-A314-461E-B4BD-87B4C3BFCCAA}" type="slidenum">
              <a:rPr lang="en-US" smtClean="0"/>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71" name=""/>
        <p:cNvGrpSpPr/>
        <p:nvPr/>
      </p:nvGrpSpPr>
      <p:grpSpPr>
        <a:xfrm>
          <a:off x="0" y="0"/>
          <a:ext cx="0" cy="0"/>
          <a:chOff x="0" y="0"/>
          <a:chExt cx="0" cy="0"/>
        </a:xfrm>
      </p:grpSpPr>
      <p:sp>
        <p:nvSpPr>
          <p:cNvPr id="1048663" name="Vertical Title 1"/>
          <p:cNvSpPr>
            <a:spLocks noGrp="1"/>
          </p:cNvSpPr>
          <p:nvPr>
            <p:ph type="title" orient="vert"/>
          </p:nvPr>
        </p:nvSpPr>
        <p:spPr>
          <a:xfrm>
            <a:off x="6553200" y="274955"/>
            <a:ext cx="1524000" cy="5851525"/>
          </a:xfrm>
        </p:spPr>
        <p:txBody>
          <a:bodyPr anchor="t" vert="eaVert"/>
          <a:p>
            <a:r>
              <a:rPr kumimoji="0" lang="en-US" smtClean="0"/>
              <a:t>Click to edit Master title style</a:t>
            </a:r>
            <a:endParaRPr kumimoji="0" lang="en-US"/>
          </a:p>
        </p:txBody>
      </p:sp>
      <p:sp>
        <p:nvSpPr>
          <p:cNvPr id="1048664" name="Vertical Text Placeholder 2"/>
          <p:cNvSpPr>
            <a:spLocks noGrp="1"/>
          </p:cNvSpPr>
          <p:nvPr>
            <p:ph type="body" orient="vert" idx="1"/>
          </p:nvPr>
        </p:nvSpPr>
        <p:spPr>
          <a:xfrm>
            <a:off x="457200" y="274642"/>
            <a:ext cx="6019800" cy="5851525"/>
          </a:xfrm>
        </p:spPr>
        <p:txBody>
          <a:bodyPr vert="eaVert"/>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665" name="Date Placeholder 3"/>
          <p:cNvSpPr>
            <a:spLocks noGrp="1"/>
          </p:cNvSpPr>
          <p:nvPr>
            <p:ph type="dt" sz="half" idx="10"/>
          </p:nvPr>
        </p:nvSpPr>
        <p:spPr>
          <a:xfrm>
            <a:off x="4242816" y="6557946"/>
            <a:ext cx="2002464" cy="226902"/>
          </a:xfrm>
        </p:spPr>
        <p:txBody>
          <a:bodyPr/>
          <a:p>
            <a:fld id="{2BC928E7-4B28-467A-A962-2479969ED776}" type="datetimeFigureOut">
              <a:rPr lang="en-US" smtClean="0"/>
              <a:t>3/1/2025</a:t>
            </a:fld>
            <a:endParaRPr lang="en-US"/>
          </a:p>
        </p:txBody>
      </p:sp>
      <p:sp>
        <p:nvSpPr>
          <p:cNvPr id="1048666" name="Footer Placeholder 4"/>
          <p:cNvSpPr>
            <a:spLocks noGrp="1"/>
          </p:cNvSpPr>
          <p:nvPr>
            <p:ph type="ftr" sz="quarter" idx="11"/>
          </p:nvPr>
        </p:nvSpPr>
        <p:spPr>
          <a:xfrm>
            <a:off x="457200" y="6556248"/>
            <a:ext cx="3657600" cy="228600"/>
          </a:xfrm>
        </p:spPr>
        <p:txBody>
          <a:bodyPr/>
          <a:p>
            <a:endParaRPr lang="en-US"/>
          </a:p>
        </p:txBody>
      </p:sp>
      <p:sp>
        <p:nvSpPr>
          <p:cNvPr id="1048667" name="Slide Number Placeholder 5"/>
          <p:cNvSpPr>
            <a:spLocks noGrp="1"/>
          </p:cNvSpPr>
          <p:nvPr>
            <p:ph type="sldNum" sz="quarter" idx="12"/>
          </p:nvPr>
        </p:nvSpPr>
        <p:spPr>
          <a:xfrm>
            <a:off x="6254496" y="6553200"/>
            <a:ext cx="588336" cy="228600"/>
          </a:xfrm>
        </p:spPr>
        <p:txBody>
          <a:bodyPr/>
          <a:lstStyle>
            <a:lvl1pPr>
              <a:defRPr>
                <a:solidFill>
                  <a:schemeClr val="tx2"/>
                </a:solidFill>
              </a:defRPr>
            </a:lvl1pPr>
          </a:lstStyle>
          <a:p>
            <a:fld id="{66A50628-A314-461E-B4BD-87B4C3BFCCAA}"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image" Target="../media/image1.jpeg"/><Relationship Id="rId1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image" Target="../media/image2.jpeg"/><Relationship Id="rId1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3" name=""/>
        <p:cNvGrpSpPr/>
        <p:nvPr/>
      </p:nvGrpSpPr>
      <p:grpSpPr>
        <a:xfrm>
          <a:off x="0" y="0"/>
          <a:ext cx="0" cy="0"/>
          <a:chOff x="0" y="0"/>
          <a:chExt cx="0" cy="0"/>
        </a:xfrm>
      </p:grpSpPr>
      <p:sp>
        <p:nvSpPr>
          <p:cNvPr id="1048576" name="Rectangle 8"/>
          <p:cNvSpPr/>
          <p:nvPr/>
        </p:nvSpPr>
        <p:spPr>
          <a:xfrm flipH="1">
            <a:off x="8153400" y="0"/>
            <a:ext cx="990600" cy="6858000"/>
          </a:xfrm>
          <a:prstGeom prst="rect"/>
          <a:blipFill>
            <a:blip xmlns:r="http://schemas.openxmlformats.org/officeDocument/2006/relationships" r:embed="rId12">
              <a:alphaModFix amt="43000"/>
            </a:blip>
            <a:tile algn="tl" flip="none" sx="50000" sy="50000" tx="0" ty="0"/>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gradFill>
            </a:fillOverlay>
            <a:innerShdw blurRad="63500" dir="10800000" dist="4445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8577" name="Title Placeholder 2"/>
          <p:cNvSpPr>
            <a:spLocks noGrp="1"/>
          </p:cNvSpPr>
          <p:nvPr>
            <p:ph type="title"/>
          </p:nvPr>
        </p:nvSpPr>
        <p:spPr>
          <a:xfrm>
            <a:off x="457200" y="320040"/>
            <a:ext cx="7239000" cy="1143000"/>
          </a:xfrm>
          <a:prstGeom prst="rect"/>
        </p:spPr>
        <p:txBody>
          <a:bodyPr anchor="b" anchorCtr="0" bIns="0" lIns="45720" rIns="45720" tIns="0" vert="horz">
            <a:normAutofit/>
          </a:bodyPr>
          <a:p>
            <a:r>
              <a:rPr kumimoji="0" lang="en-US" smtClean="0"/>
              <a:t>Click to edit Master title style</a:t>
            </a:r>
            <a:endParaRPr kumimoji="0" lang="en-US"/>
          </a:p>
        </p:txBody>
      </p:sp>
      <p:sp>
        <p:nvSpPr>
          <p:cNvPr id="1048578" name="Text Placeholder 30"/>
          <p:cNvSpPr>
            <a:spLocks noGrp="1"/>
          </p:cNvSpPr>
          <p:nvPr>
            <p:ph type="body" idx="1"/>
          </p:nvPr>
        </p:nvSpPr>
        <p:spPr>
          <a:xfrm>
            <a:off x="457200" y="1609416"/>
            <a:ext cx="7239000" cy="4846320"/>
          </a:xfrm>
          <a:prstGeom prst="rect"/>
        </p:spPr>
        <p:txBody>
          <a:bodyPr vert="horz">
            <a:normAutofit/>
          </a:bodyPr>
          <a:p>
            <a:pPr eaLnBrk="1" hangingPunct="1" latinLnBrk="0" lvl="0"/>
            <a:r>
              <a:rPr kumimoji="0" lang="en-US" smtClean="0"/>
              <a:t>Click to edit Master text styles</a:t>
            </a:r>
          </a:p>
          <a:p>
            <a:pPr eaLnBrk="1" hangingPunct="1" latinLnBrk="0" lvl="1"/>
            <a:r>
              <a:rPr kumimoji="0" lang="en-US" smtClean="0"/>
              <a:t>Second level</a:t>
            </a:r>
          </a:p>
          <a:p>
            <a:pPr eaLnBrk="1" hangingPunct="1" latinLnBrk="0" lvl="2"/>
            <a:r>
              <a:rPr kumimoji="0" lang="en-US" smtClean="0"/>
              <a:t>Third level</a:t>
            </a:r>
          </a:p>
          <a:p>
            <a:pPr eaLnBrk="1" hangingPunct="1" latinLnBrk="0" lvl="3"/>
            <a:r>
              <a:rPr kumimoji="0" lang="en-US" smtClean="0"/>
              <a:t>Fourth level</a:t>
            </a:r>
          </a:p>
          <a:p>
            <a:pPr eaLnBrk="1" hangingPunct="1" latinLnBrk="0" lvl="4"/>
            <a:r>
              <a:rPr kumimoji="0" lang="en-US" smtClean="0"/>
              <a:t>Fifth level</a:t>
            </a:r>
            <a:endParaRPr kumimoji="0" lang="en-US"/>
          </a:p>
        </p:txBody>
      </p:sp>
      <p:sp>
        <p:nvSpPr>
          <p:cNvPr id="1048579" name="Date Placeholder 26"/>
          <p:cNvSpPr>
            <a:spLocks noGrp="1"/>
          </p:cNvSpPr>
          <p:nvPr>
            <p:ph type="dt" sz="half" idx="2"/>
          </p:nvPr>
        </p:nvSpPr>
        <p:spPr>
          <a:xfrm>
            <a:off x="4245936" y="6557946"/>
            <a:ext cx="2002464" cy="226902"/>
          </a:xfrm>
          <a:prstGeom prst="rect"/>
        </p:spPr>
        <p:txBody>
          <a:bodyPr anchor="b" bIns="0" tIns="0" vert="horz"/>
          <a:lstStyle>
            <a:lvl1pPr algn="l" eaLnBrk="1" hangingPunct="1" latinLnBrk="0">
              <a:defRPr sz="1000" kumimoji="0">
                <a:solidFill>
                  <a:schemeClr val="tx2"/>
                </a:solidFill>
              </a:defRPr>
            </a:lvl1pPr>
          </a:lstStyle>
          <a:p>
            <a:fld id="{2BC928E7-4B28-467A-A962-2479969ED776}" type="datetimeFigureOut">
              <a:rPr lang="en-US" smtClean="0"/>
              <a:t>3/1/2025</a:t>
            </a:fld>
            <a:endParaRPr lang="en-US"/>
          </a:p>
        </p:txBody>
      </p:sp>
      <p:sp>
        <p:nvSpPr>
          <p:cNvPr id="1048580" name="Footer Placeholder 3"/>
          <p:cNvSpPr>
            <a:spLocks noGrp="1"/>
          </p:cNvSpPr>
          <p:nvPr>
            <p:ph type="ftr" sz="quarter" idx="3"/>
          </p:nvPr>
        </p:nvSpPr>
        <p:spPr>
          <a:xfrm>
            <a:off x="457200" y="6557946"/>
            <a:ext cx="3657600" cy="228600"/>
          </a:xfrm>
          <a:prstGeom prst="rect"/>
        </p:spPr>
        <p:txBody>
          <a:bodyPr anchor="b" bIns="0" tIns="0" vert="horz"/>
          <a:lstStyle>
            <a:lvl1pPr algn="r" eaLnBrk="1" hangingPunct="1" latinLnBrk="0">
              <a:defRPr sz="1000" kumimoji="0">
                <a:solidFill>
                  <a:schemeClr val="tx2"/>
                </a:solidFill>
              </a:defRPr>
            </a:lvl1pPr>
          </a:lstStyle>
          <a:p>
            <a:endParaRPr lang="en-US"/>
          </a:p>
        </p:txBody>
      </p:sp>
      <p:sp>
        <p:nvSpPr>
          <p:cNvPr id="1048581" name="Slide Number Placeholder 15"/>
          <p:cNvSpPr>
            <a:spLocks noGrp="1"/>
          </p:cNvSpPr>
          <p:nvPr>
            <p:ph type="sldNum" sz="quarter" idx="4"/>
          </p:nvPr>
        </p:nvSpPr>
        <p:spPr>
          <a:xfrm>
            <a:off x="6251448" y="6556248"/>
            <a:ext cx="588336" cy="228600"/>
          </a:xfrm>
          <a:prstGeom prst="rect"/>
        </p:spPr>
        <p:txBody>
          <a:bodyPr anchor="b" bIns="0" lIns="0" rIns="0" tIns="0" vert="horz"/>
          <a:lstStyle>
            <a:lvl1pPr algn="r" eaLnBrk="1" hangingPunct="1" latinLnBrk="0">
              <a:defRPr sz="1100" kumimoji="0">
                <a:solidFill>
                  <a:schemeClr val="tx2"/>
                </a:solidFill>
              </a:defRPr>
            </a:lvl1pPr>
          </a:lstStyle>
          <a:p>
            <a:fld id="{66A50628-A314-461E-B4BD-87B4C3BFCCAA}" type="slidenum">
              <a:rPr lang="en-US" smtClean="0"/>
              <a:t>‹#›</a:t>
            </a:fld>
            <a:endParaRPr lang="en-US"/>
          </a:p>
        </p:txBody>
      </p:sp>
    </p:spTree>
  </p:cSld>
  <p:clrMap accent1="accent1" accent2="accent2" accent3="accent3" accent4="accent4" accent5="accent5" accent6="accent6" bg1="lt1" bg2="lt2" tx1="dk1" tx2="dk2"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l" eaLnBrk="1" hangingPunct="1" latinLnBrk="0" rtl="0">
        <a:spcBef>
          <a:spcPct val="0"/>
        </a:spcBef>
        <a:buNone/>
        <a:defRPr baseline="0" b="1" cap="all" sz="3800" kern="1200" kumimoji="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p:titleStyle>
    <p:bodyStyle>
      <a:lvl1pPr algn="l" eaLnBrk="1" hangingPunct="1" indent="-274320" latinLnBrk="0" marL="274320" rtl="0">
        <a:spcBef>
          <a:spcPts val="600"/>
        </a:spcBef>
        <a:buClr>
          <a:schemeClr val="tx2"/>
        </a:buClr>
        <a:buSzPct val="73000"/>
        <a:buFont typeface="Wingdings 2"/>
        <a:buChar char=""/>
        <a:defRPr baseline="0" sz="2600" kern="1200" kumimoji="0">
          <a:solidFill>
            <a:schemeClr val="tx1"/>
          </a:solidFill>
          <a:latin typeface="+mn-lt"/>
          <a:ea typeface="+mn-ea"/>
          <a:cs typeface="+mn-cs"/>
        </a:defRPr>
      </a:lvl1pPr>
      <a:lvl2pPr algn="l" eaLnBrk="1" hangingPunct="1" indent="-228600" latinLnBrk="0" marL="521208" rtl="0">
        <a:spcBef>
          <a:spcPts val="500"/>
        </a:spcBef>
        <a:buClr>
          <a:schemeClr val="accent4"/>
        </a:buClr>
        <a:buSzPct val="80000"/>
        <a:buFont typeface="Wingdings 2"/>
        <a:buChar char=""/>
        <a:defRPr sz="2300" kern="1200" kumimoji="0">
          <a:solidFill>
            <a:schemeClr val="tx1">
              <a:tint val="85000"/>
            </a:schemeClr>
          </a:solidFill>
          <a:latin typeface="+mn-lt"/>
          <a:ea typeface="+mn-ea"/>
          <a:cs typeface="+mn-cs"/>
        </a:defRPr>
      </a:lvl2pPr>
      <a:lvl3pPr algn="l" eaLnBrk="1" hangingPunct="1" indent="-228600" latinLnBrk="0" marL="758952" rtl="0">
        <a:spcBef>
          <a:spcPts val="400"/>
        </a:spcBef>
        <a:buClr>
          <a:schemeClr val="accent4"/>
        </a:buClr>
        <a:buSzPct val="60000"/>
        <a:buFont typeface="Wingdings"/>
        <a:buChar char=""/>
        <a:defRPr sz="2000" kern="1200" kumimoji="0">
          <a:solidFill>
            <a:schemeClr val="tx1"/>
          </a:solidFill>
          <a:latin typeface="+mn-lt"/>
          <a:ea typeface="+mn-ea"/>
          <a:cs typeface="+mn-cs"/>
        </a:defRPr>
      </a:lvl3pPr>
      <a:lvl4pPr algn="l" eaLnBrk="1" hangingPunct="1" indent="-228600" latinLnBrk="0" marL="1005840" rtl="0">
        <a:spcBef>
          <a:spcPct val="20000"/>
        </a:spcBef>
        <a:buClr>
          <a:schemeClr val="accent4"/>
        </a:buClr>
        <a:buSzPct val="80000"/>
        <a:buFont typeface="Wingdings 2"/>
        <a:buChar char=""/>
        <a:defRPr sz="2000" kern="1200" kumimoji="0">
          <a:solidFill>
            <a:schemeClr val="tx1">
              <a:tint val="85000"/>
            </a:schemeClr>
          </a:solidFill>
          <a:latin typeface="+mn-lt"/>
          <a:ea typeface="+mn-ea"/>
          <a:cs typeface="+mn-cs"/>
        </a:defRPr>
      </a:lvl4pPr>
      <a:lvl5pPr algn="l" eaLnBrk="1" hangingPunct="1" indent="-228600" latinLnBrk="0" marL="1280160" rtl="0">
        <a:spcBef>
          <a:spcPts val="400"/>
        </a:spcBef>
        <a:buClr>
          <a:schemeClr val="accent4"/>
        </a:buClr>
        <a:buSzPct val="70000"/>
        <a:buFont typeface="Wingdings"/>
        <a:buChar char=""/>
        <a:defRPr sz="1800" kern="1200" kumimoji="0">
          <a:solidFill>
            <a:schemeClr val="tx1"/>
          </a:solidFill>
          <a:latin typeface="+mn-lt"/>
          <a:ea typeface="+mn-ea"/>
          <a:cs typeface="+mn-cs"/>
        </a:defRPr>
      </a:lvl5pPr>
      <a:lvl6pPr algn="l" eaLnBrk="1" hangingPunct="1" indent="-182880" latinLnBrk="0" marL="1472184" rtl="0">
        <a:spcBef>
          <a:spcPts val="400"/>
        </a:spcBef>
        <a:buClr>
          <a:schemeClr val="accent4"/>
        </a:buClr>
        <a:buSzPct val="80000"/>
        <a:buFont typeface="Wingdings 2"/>
        <a:buChar char=""/>
        <a:defRPr sz="1800" kern="1200" kumimoji="0">
          <a:solidFill>
            <a:schemeClr val="tx1">
              <a:tint val="85000"/>
            </a:schemeClr>
          </a:solidFill>
          <a:latin typeface="+mn-lt"/>
          <a:ea typeface="+mn-ea"/>
          <a:cs typeface="+mn-cs"/>
        </a:defRPr>
      </a:lvl6pPr>
      <a:lvl7pPr algn="l" eaLnBrk="1" hangingPunct="1" indent="-182880" latinLnBrk="0" marL="1673352" rtl="0">
        <a:spcBef>
          <a:spcPct val="20000"/>
        </a:spcBef>
        <a:buClr>
          <a:schemeClr val="accent4"/>
        </a:buClr>
        <a:buSzPct val="80000"/>
        <a:buFont typeface="Wingdings 2"/>
        <a:buChar char=""/>
        <a:defRPr baseline="0" sz="1600" kern="1200" kumimoji="0">
          <a:solidFill>
            <a:schemeClr val="tx1"/>
          </a:solidFill>
          <a:latin typeface="+mn-lt"/>
          <a:ea typeface="+mn-ea"/>
          <a:cs typeface="+mn-cs"/>
        </a:defRPr>
      </a:lvl7pPr>
      <a:lvl8pPr algn="l" eaLnBrk="1" hangingPunct="1" indent="-182880" latinLnBrk="0" marL="1847088" rtl="0">
        <a:spcBef>
          <a:spcPts val="300"/>
        </a:spcBef>
        <a:buClr>
          <a:schemeClr val="accent4"/>
        </a:buClr>
        <a:buSzPct val="100000"/>
        <a:buChar char="•"/>
        <a:defRPr baseline="0" sz="1600" kern="1200" kumimoji="0">
          <a:solidFill>
            <a:schemeClr val="tx1">
              <a:tint val="85000"/>
            </a:schemeClr>
          </a:solidFill>
          <a:latin typeface="+mn-lt"/>
          <a:ea typeface="+mn-ea"/>
          <a:cs typeface="+mn-cs"/>
        </a:defRPr>
      </a:lvl8pPr>
      <a:lvl9pPr algn="l" eaLnBrk="1" hangingPunct="1" indent="-182880" latinLnBrk="0" marL="2057400" rtl="0">
        <a:spcBef>
          <a:spcPct val="20000"/>
        </a:spcBef>
        <a:buClr>
          <a:schemeClr val="accent4"/>
        </a:buClr>
        <a:buSzPct val="100000"/>
        <a:buFont typeface="Wingdings"/>
        <a:buChar char="§"/>
        <a:defRPr baseline="0" sz="1400" kern="1200" kumimoji="0">
          <a:solidFill>
            <a:schemeClr val="tx1"/>
          </a:solidFill>
          <a:latin typeface="+mn-lt"/>
          <a:ea typeface="+mn-ea"/>
          <a:cs typeface="+mn-cs"/>
        </a:defRPr>
      </a:lvl9pPr>
    </p:bodyStyle>
    <p:otherStyle>
      <a:lvl1pPr algn="l" eaLnBrk="1" hangingPunct="1" latinLnBrk="0" marL="0" rtl="0">
        <a:defRPr kern="1200" kumimoji="0">
          <a:solidFill>
            <a:schemeClr val="tx1"/>
          </a:solidFill>
          <a:latin typeface="+mn-lt"/>
          <a:ea typeface="+mn-ea"/>
          <a:cs typeface="+mn-cs"/>
        </a:defRPr>
      </a:lvl1pPr>
      <a:lvl2pPr algn="l" eaLnBrk="1" hangingPunct="1" latinLnBrk="0" marL="457200" rtl="0">
        <a:defRPr kern="1200" kumimoji="0">
          <a:solidFill>
            <a:schemeClr val="tx1"/>
          </a:solidFill>
          <a:latin typeface="+mn-lt"/>
          <a:ea typeface="+mn-ea"/>
          <a:cs typeface="+mn-cs"/>
        </a:defRPr>
      </a:lvl2pPr>
      <a:lvl3pPr algn="l" eaLnBrk="1" hangingPunct="1" latinLnBrk="0" marL="914400" rtl="0">
        <a:defRPr kern="1200" kumimoji="0">
          <a:solidFill>
            <a:schemeClr val="tx1"/>
          </a:solidFill>
          <a:latin typeface="+mn-lt"/>
          <a:ea typeface="+mn-ea"/>
          <a:cs typeface="+mn-cs"/>
        </a:defRPr>
      </a:lvl3pPr>
      <a:lvl4pPr algn="l" eaLnBrk="1" hangingPunct="1" latinLnBrk="0" marL="1371600" rtl="0">
        <a:defRPr kern="1200" kumimoji="0">
          <a:solidFill>
            <a:schemeClr val="tx1"/>
          </a:solidFill>
          <a:latin typeface="+mn-lt"/>
          <a:ea typeface="+mn-ea"/>
          <a:cs typeface="+mn-cs"/>
        </a:defRPr>
      </a:lvl4pPr>
      <a:lvl5pPr algn="l" eaLnBrk="1" hangingPunct="1" latinLnBrk="0" marL="1828800" rtl="0">
        <a:defRPr kern="1200" kumimoji="0">
          <a:solidFill>
            <a:schemeClr val="tx1"/>
          </a:solidFill>
          <a:latin typeface="+mn-lt"/>
          <a:ea typeface="+mn-ea"/>
          <a:cs typeface="+mn-cs"/>
        </a:defRPr>
      </a:lvl5pPr>
      <a:lvl6pPr algn="l" eaLnBrk="1" hangingPunct="1" latinLnBrk="0" marL="2286000" rtl="0">
        <a:defRPr kern="1200" kumimoji="0">
          <a:solidFill>
            <a:schemeClr val="tx1"/>
          </a:solidFill>
          <a:latin typeface="+mn-lt"/>
          <a:ea typeface="+mn-ea"/>
          <a:cs typeface="+mn-cs"/>
        </a:defRPr>
      </a:lvl6pPr>
      <a:lvl7pPr algn="l" eaLnBrk="1" hangingPunct="1" latinLnBrk="0" marL="2743200" rtl="0">
        <a:defRPr kern="1200" kumimoji="0">
          <a:solidFill>
            <a:schemeClr val="tx1"/>
          </a:solidFill>
          <a:latin typeface="+mn-lt"/>
          <a:ea typeface="+mn-ea"/>
          <a:cs typeface="+mn-cs"/>
        </a:defRPr>
      </a:lvl7pPr>
      <a:lvl8pPr algn="l" eaLnBrk="1" hangingPunct="1" latinLnBrk="0" marL="3200400" rtl="0">
        <a:defRPr kern="1200" kumimoji="0">
          <a:solidFill>
            <a:schemeClr val="tx1"/>
          </a:solidFill>
          <a:latin typeface="+mn-lt"/>
          <a:ea typeface="+mn-ea"/>
          <a:cs typeface="+mn-cs"/>
        </a:defRPr>
      </a:lvl8pPr>
      <a:lvl9pPr algn="l" eaLnBrk="1" hangingPunct="1" latinLnBrk="0" marL="3657600" rtl="0">
        <a:defRPr kern="1200" kumimoji="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54" name=""/>
        <p:cNvGrpSpPr/>
        <p:nvPr/>
      </p:nvGrpSpPr>
      <p:grpSpPr>
        <a:xfrm>
          <a:off x="0" y="0"/>
          <a:ext cx="0" cy="0"/>
          <a:chOff x="0" y="0"/>
          <a:chExt cx="0" cy="0"/>
        </a:xfrm>
      </p:grpSpPr>
      <p:sp>
        <p:nvSpPr>
          <p:cNvPr id="1048629" name="Rectangle 8"/>
          <p:cNvSpPr/>
          <p:nvPr/>
        </p:nvSpPr>
        <p:spPr>
          <a:xfrm flipH="1">
            <a:off x="8153400" y="0"/>
            <a:ext cx="990600" cy="6858000"/>
          </a:xfrm>
          <a:prstGeom prst="rect"/>
          <a:blipFill>
            <a:blip xmlns:r="http://schemas.openxmlformats.org/officeDocument/2006/relationships" r:embed="rId12">
              <a:alphaModFix amt="43000"/>
            </a:blip>
            <a:tile algn="tl" flip="none" sx="50000" sy="50000" tx="0" ty="0"/>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gradFill>
            </a:fillOverlay>
            <a:innerShdw blurRad="63500" dir="10800000" dist="4445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p>
            <a:pPr algn="ctr" eaLnBrk="1" hangingPunct="1" latinLnBrk="0"/>
            <a:endParaRPr kumimoji="0" lang="en-US"/>
          </a:p>
        </p:txBody>
      </p:sp>
      <p:sp>
        <p:nvSpPr>
          <p:cNvPr id="1048630" name="Title Placeholder 2"/>
          <p:cNvSpPr>
            <a:spLocks noGrp="1"/>
          </p:cNvSpPr>
          <p:nvPr>
            <p:ph type="title"/>
          </p:nvPr>
        </p:nvSpPr>
        <p:spPr>
          <a:xfrm>
            <a:off x="457200" y="320040"/>
            <a:ext cx="7239000" cy="1143000"/>
          </a:xfrm>
          <a:prstGeom prst="rect"/>
        </p:spPr>
        <p:txBody>
          <a:bodyPr anchor="b" anchorCtr="0" bIns="0" lIns="45720" rIns="45720" tIns="0" vert="horz">
            <a:normAutofit/>
          </a:bodyPr>
          <a:p>
            <a:r>
              <a:rPr kumimoji="0" lang="en-US" smtClean="0"/>
              <a:t>Click to edit Master title style</a:t>
            </a:r>
            <a:endParaRPr kumimoji="0" lang="en-US"/>
          </a:p>
        </p:txBody>
      </p:sp>
      <p:sp>
        <p:nvSpPr>
          <p:cNvPr id="1048631" name="Text Placeholder 30"/>
          <p:cNvSpPr>
            <a:spLocks noGrp="1"/>
          </p:cNvSpPr>
          <p:nvPr>
            <p:ph type="body" idx="1"/>
          </p:nvPr>
        </p:nvSpPr>
        <p:spPr>
          <a:xfrm>
            <a:off x="457200" y="1609416"/>
            <a:ext cx="7239000" cy="4846320"/>
          </a:xfrm>
          <a:prstGeom prst="rect"/>
        </p:spPr>
        <p:txBody>
          <a:bodyPr vert="horz">
            <a:normAutofit/>
          </a:bodyPr>
          <a:p>
            <a:pPr eaLnBrk="1" hangingPunct="1" latinLnBrk="0" lvl="0"/>
            <a:r>
              <a:rPr kumimoji="0" lang="en-US" smtClean="0"/>
              <a:t>Click to edit Master text styles</a:t>
            </a:r>
          </a:p>
          <a:p>
            <a:pPr eaLnBrk="1" hangingPunct="1" latinLnBrk="0" lvl="1"/>
            <a:r>
              <a:rPr kumimoji="0" lang="en-US" smtClean="0"/>
              <a:t>Second level</a:t>
            </a:r>
          </a:p>
          <a:p>
            <a:pPr eaLnBrk="1" hangingPunct="1" latinLnBrk="0" lvl="2"/>
            <a:r>
              <a:rPr kumimoji="0" lang="en-US" smtClean="0"/>
              <a:t>Third level</a:t>
            </a:r>
          </a:p>
          <a:p>
            <a:pPr eaLnBrk="1" hangingPunct="1" latinLnBrk="0" lvl="3"/>
            <a:r>
              <a:rPr kumimoji="0" lang="en-US" smtClean="0"/>
              <a:t>Fourth level</a:t>
            </a:r>
          </a:p>
          <a:p>
            <a:pPr eaLnBrk="1" hangingPunct="1" latinLnBrk="0" lvl="4"/>
            <a:r>
              <a:rPr kumimoji="0" lang="en-US" smtClean="0"/>
              <a:t>Fifth level</a:t>
            </a:r>
            <a:endParaRPr kumimoji="0" lang="en-US"/>
          </a:p>
        </p:txBody>
      </p:sp>
      <p:sp>
        <p:nvSpPr>
          <p:cNvPr id="1048632" name="Date Placeholder 26"/>
          <p:cNvSpPr>
            <a:spLocks noGrp="1"/>
          </p:cNvSpPr>
          <p:nvPr>
            <p:ph type="dt" sz="half" idx="2"/>
          </p:nvPr>
        </p:nvSpPr>
        <p:spPr>
          <a:xfrm>
            <a:off x="4245936" y="6557946"/>
            <a:ext cx="2002464" cy="226902"/>
          </a:xfrm>
          <a:prstGeom prst="rect"/>
        </p:spPr>
        <p:txBody>
          <a:bodyPr anchor="b" bIns="0" tIns="0" vert="horz"/>
          <a:lstStyle>
            <a:lvl1pPr algn="l" eaLnBrk="1" hangingPunct="1" latinLnBrk="0">
              <a:defRPr sz="1000" kumimoji="0">
                <a:solidFill>
                  <a:schemeClr val="tx2"/>
                </a:solidFill>
              </a:defRPr>
            </a:lvl1pPr>
          </a:lstStyle>
          <a:p>
            <a:fld id="{2BC928E7-4B28-467A-A962-2479969ED776}" type="datetimeFigureOut">
              <a:rPr lang="en-US" smtClean="0"/>
              <a:t>3/1/2025</a:t>
            </a:fld>
            <a:endParaRPr lang="en-US"/>
          </a:p>
        </p:txBody>
      </p:sp>
      <p:sp>
        <p:nvSpPr>
          <p:cNvPr id="1048633" name="Footer Placeholder 3"/>
          <p:cNvSpPr>
            <a:spLocks noGrp="1"/>
          </p:cNvSpPr>
          <p:nvPr>
            <p:ph type="ftr" sz="quarter" idx="3"/>
          </p:nvPr>
        </p:nvSpPr>
        <p:spPr>
          <a:xfrm>
            <a:off x="457200" y="6557946"/>
            <a:ext cx="3657600" cy="228600"/>
          </a:xfrm>
          <a:prstGeom prst="rect"/>
        </p:spPr>
        <p:txBody>
          <a:bodyPr anchor="b" bIns="0" tIns="0" vert="horz"/>
          <a:lstStyle>
            <a:lvl1pPr algn="r" eaLnBrk="1" hangingPunct="1" latinLnBrk="0">
              <a:defRPr sz="1000" kumimoji="0">
                <a:solidFill>
                  <a:schemeClr val="tx2"/>
                </a:solidFill>
              </a:defRPr>
            </a:lvl1pPr>
          </a:lstStyle>
          <a:p>
            <a:endParaRPr lang="en-US"/>
          </a:p>
        </p:txBody>
      </p:sp>
      <p:sp>
        <p:nvSpPr>
          <p:cNvPr id="1048634" name="Slide Number Placeholder 15"/>
          <p:cNvSpPr>
            <a:spLocks noGrp="1"/>
          </p:cNvSpPr>
          <p:nvPr>
            <p:ph type="sldNum" sz="quarter" idx="4"/>
          </p:nvPr>
        </p:nvSpPr>
        <p:spPr>
          <a:xfrm>
            <a:off x="6251448" y="6556248"/>
            <a:ext cx="588336" cy="228600"/>
          </a:xfrm>
          <a:prstGeom prst="rect"/>
        </p:spPr>
        <p:txBody>
          <a:bodyPr anchor="b" bIns="0" lIns="0" rIns="0" tIns="0" vert="horz"/>
          <a:lstStyle>
            <a:lvl1pPr algn="r" eaLnBrk="1" hangingPunct="1" latinLnBrk="0">
              <a:defRPr sz="1100" kumimoji="0">
                <a:solidFill>
                  <a:schemeClr val="tx2"/>
                </a:solidFill>
              </a:defRPr>
            </a:lvl1pPr>
          </a:lstStyle>
          <a:p>
            <a:fld id="{66A50628-A314-461E-B4BD-87B4C3BFCCAA}" type="slidenum">
              <a:rPr lang="en-US" smtClean="0"/>
              <a:t>‹#›</a:t>
            </a:fld>
            <a:endParaRPr lang="en-US"/>
          </a:p>
        </p:txBody>
      </p:sp>
    </p:spTree>
  </p:cSld>
  <p:clrMap accent1="accent1" accent2="accent2" accent3="accent3" accent4="accent4" accent5="accent5" accent6="accent6" bg1="lt1" bg2="lt2" tx1="dk1" tx2="dk2"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eaLnBrk="1" hangingPunct="1" latinLnBrk="0" rtl="0">
        <a:spcBef>
          <a:spcPct val="0"/>
        </a:spcBef>
        <a:buNone/>
        <a:defRPr baseline="0" b="1" cap="all" sz="3800" kern="1200" kumimoji="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p:titleStyle>
    <p:bodyStyle>
      <a:lvl1pPr algn="l" eaLnBrk="1" hangingPunct="1" indent="-274320" latinLnBrk="0" marL="274320" rtl="0">
        <a:spcBef>
          <a:spcPts val="600"/>
        </a:spcBef>
        <a:buClr>
          <a:schemeClr val="tx2"/>
        </a:buClr>
        <a:buSzPct val="73000"/>
        <a:buFont typeface="Wingdings 2"/>
        <a:buChar char=""/>
        <a:defRPr baseline="0" sz="2600" kern="1200" kumimoji="0">
          <a:solidFill>
            <a:schemeClr val="tx1"/>
          </a:solidFill>
          <a:latin typeface="+mn-lt"/>
          <a:ea typeface="+mn-ea"/>
          <a:cs typeface="+mn-cs"/>
        </a:defRPr>
      </a:lvl1pPr>
      <a:lvl2pPr algn="l" eaLnBrk="1" hangingPunct="1" indent="-228600" latinLnBrk="0" marL="521208" rtl="0">
        <a:spcBef>
          <a:spcPts val="500"/>
        </a:spcBef>
        <a:buClr>
          <a:schemeClr val="accent4"/>
        </a:buClr>
        <a:buSzPct val="80000"/>
        <a:buFont typeface="Wingdings 2"/>
        <a:buChar char=""/>
        <a:defRPr sz="2300" kern="1200" kumimoji="0">
          <a:solidFill>
            <a:schemeClr val="tx1">
              <a:tint val="85000"/>
            </a:schemeClr>
          </a:solidFill>
          <a:latin typeface="+mn-lt"/>
          <a:ea typeface="+mn-ea"/>
          <a:cs typeface="+mn-cs"/>
        </a:defRPr>
      </a:lvl2pPr>
      <a:lvl3pPr algn="l" eaLnBrk="1" hangingPunct="1" indent="-228600" latinLnBrk="0" marL="758952" rtl="0">
        <a:spcBef>
          <a:spcPts val="400"/>
        </a:spcBef>
        <a:buClr>
          <a:schemeClr val="accent4"/>
        </a:buClr>
        <a:buSzPct val="60000"/>
        <a:buFont typeface="Wingdings"/>
        <a:buChar char=""/>
        <a:defRPr sz="2000" kern="1200" kumimoji="0">
          <a:solidFill>
            <a:schemeClr val="tx1"/>
          </a:solidFill>
          <a:latin typeface="+mn-lt"/>
          <a:ea typeface="+mn-ea"/>
          <a:cs typeface="+mn-cs"/>
        </a:defRPr>
      </a:lvl3pPr>
      <a:lvl4pPr algn="l" eaLnBrk="1" hangingPunct="1" indent="-228600" latinLnBrk="0" marL="1005840" rtl="0">
        <a:spcBef>
          <a:spcPct val="20000"/>
        </a:spcBef>
        <a:buClr>
          <a:schemeClr val="accent4"/>
        </a:buClr>
        <a:buSzPct val="80000"/>
        <a:buFont typeface="Wingdings 2"/>
        <a:buChar char=""/>
        <a:defRPr sz="2000" kern="1200" kumimoji="0">
          <a:solidFill>
            <a:schemeClr val="tx1">
              <a:tint val="85000"/>
            </a:schemeClr>
          </a:solidFill>
          <a:latin typeface="+mn-lt"/>
          <a:ea typeface="+mn-ea"/>
          <a:cs typeface="+mn-cs"/>
        </a:defRPr>
      </a:lvl4pPr>
      <a:lvl5pPr algn="l" eaLnBrk="1" hangingPunct="1" indent="-228600" latinLnBrk="0" marL="1280160" rtl="0">
        <a:spcBef>
          <a:spcPts val="400"/>
        </a:spcBef>
        <a:buClr>
          <a:schemeClr val="accent4"/>
        </a:buClr>
        <a:buSzPct val="70000"/>
        <a:buFont typeface="Wingdings"/>
        <a:buChar char=""/>
        <a:defRPr sz="1800" kern="1200" kumimoji="0">
          <a:solidFill>
            <a:schemeClr val="tx1"/>
          </a:solidFill>
          <a:latin typeface="+mn-lt"/>
          <a:ea typeface="+mn-ea"/>
          <a:cs typeface="+mn-cs"/>
        </a:defRPr>
      </a:lvl5pPr>
      <a:lvl6pPr algn="l" eaLnBrk="1" hangingPunct="1" indent="-182880" latinLnBrk="0" marL="1472184" rtl="0">
        <a:spcBef>
          <a:spcPts val="400"/>
        </a:spcBef>
        <a:buClr>
          <a:schemeClr val="accent4"/>
        </a:buClr>
        <a:buSzPct val="80000"/>
        <a:buFont typeface="Wingdings 2"/>
        <a:buChar char=""/>
        <a:defRPr sz="1800" kern="1200" kumimoji="0">
          <a:solidFill>
            <a:schemeClr val="tx1">
              <a:tint val="85000"/>
            </a:schemeClr>
          </a:solidFill>
          <a:latin typeface="+mn-lt"/>
          <a:ea typeface="+mn-ea"/>
          <a:cs typeface="+mn-cs"/>
        </a:defRPr>
      </a:lvl6pPr>
      <a:lvl7pPr algn="l" eaLnBrk="1" hangingPunct="1" indent="-182880" latinLnBrk="0" marL="1673352" rtl="0">
        <a:spcBef>
          <a:spcPct val="20000"/>
        </a:spcBef>
        <a:buClr>
          <a:schemeClr val="accent4"/>
        </a:buClr>
        <a:buSzPct val="80000"/>
        <a:buFont typeface="Wingdings 2"/>
        <a:buChar char=""/>
        <a:defRPr baseline="0" sz="1600" kern="1200" kumimoji="0">
          <a:solidFill>
            <a:schemeClr val="tx1"/>
          </a:solidFill>
          <a:latin typeface="+mn-lt"/>
          <a:ea typeface="+mn-ea"/>
          <a:cs typeface="+mn-cs"/>
        </a:defRPr>
      </a:lvl7pPr>
      <a:lvl8pPr algn="l" eaLnBrk="1" hangingPunct="1" indent="-182880" latinLnBrk="0" marL="1847088" rtl="0">
        <a:spcBef>
          <a:spcPts val="300"/>
        </a:spcBef>
        <a:buClr>
          <a:schemeClr val="accent4"/>
        </a:buClr>
        <a:buSzPct val="100000"/>
        <a:buChar char="•"/>
        <a:defRPr baseline="0" sz="1600" kern="1200" kumimoji="0">
          <a:solidFill>
            <a:schemeClr val="tx1">
              <a:tint val="85000"/>
            </a:schemeClr>
          </a:solidFill>
          <a:latin typeface="+mn-lt"/>
          <a:ea typeface="+mn-ea"/>
          <a:cs typeface="+mn-cs"/>
        </a:defRPr>
      </a:lvl8pPr>
      <a:lvl9pPr algn="l" eaLnBrk="1" hangingPunct="1" indent="-182880" latinLnBrk="0" marL="2057400" rtl="0">
        <a:spcBef>
          <a:spcPct val="20000"/>
        </a:spcBef>
        <a:buClr>
          <a:schemeClr val="accent4"/>
        </a:buClr>
        <a:buSzPct val="100000"/>
        <a:buFont typeface="Wingdings"/>
        <a:buChar char="§"/>
        <a:defRPr baseline="0" sz="1400" kern="1200" kumimoji="0">
          <a:solidFill>
            <a:schemeClr val="tx1"/>
          </a:solidFill>
          <a:latin typeface="+mn-lt"/>
          <a:ea typeface="+mn-ea"/>
          <a:cs typeface="+mn-cs"/>
        </a:defRPr>
      </a:lvl9pPr>
    </p:bodyStyle>
    <p:otherStyle>
      <a:lvl1pPr algn="l" eaLnBrk="1" hangingPunct="1" latinLnBrk="0" marL="0" rtl="0">
        <a:defRPr kern="1200" kumimoji="0">
          <a:solidFill>
            <a:schemeClr val="tx1"/>
          </a:solidFill>
          <a:latin typeface="+mn-lt"/>
          <a:ea typeface="+mn-ea"/>
          <a:cs typeface="+mn-cs"/>
        </a:defRPr>
      </a:lvl1pPr>
      <a:lvl2pPr algn="l" eaLnBrk="1" hangingPunct="1" latinLnBrk="0" marL="457200" rtl="0">
        <a:defRPr kern="1200" kumimoji="0">
          <a:solidFill>
            <a:schemeClr val="tx1"/>
          </a:solidFill>
          <a:latin typeface="+mn-lt"/>
          <a:ea typeface="+mn-ea"/>
          <a:cs typeface="+mn-cs"/>
        </a:defRPr>
      </a:lvl2pPr>
      <a:lvl3pPr algn="l" eaLnBrk="1" hangingPunct="1" latinLnBrk="0" marL="914400" rtl="0">
        <a:defRPr kern="1200" kumimoji="0">
          <a:solidFill>
            <a:schemeClr val="tx1"/>
          </a:solidFill>
          <a:latin typeface="+mn-lt"/>
          <a:ea typeface="+mn-ea"/>
          <a:cs typeface="+mn-cs"/>
        </a:defRPr>
      </a:lvl3pPr>
      <a:lvl4pPr algn="l" eaLnBrk="1" hangingPunct="1" latinLnBrk="0" marL="1371600" rtl="0">
        <a:defRPr kern="1200" kumimoji="0">
          <a:solidFill>
            <a:schemeClr val="tx1"/>
          </a:solidFill>
          <a:latin typeface="+mn-lt"/>
          <a:ea typeface="+mn-ea"/>
          <a:cs typeface="+mn-cs"/>
        </a:defRPr>
      </a:lvl4pPr>
      <a:lvl5pPr algn="l" eaLnBrk="1" hangingPunct="1" latinLnBrk="0" marL="1828800" rtl="0">
        <a:defRPr kern="1200" kumimoji="0">
          <a:solidFill>
            <a:schemeClr val="tx1"/>
          </a:solidFill>
          <a:latin typeface="+mn-lt"/>
          <a:ea typeface="+mn-ea"/>
          <a:cs typeface="+mn-cs"/>
        </a:defRPr>
      </a:lvl5pPr>
      <a:lvl6pPr algn="l" eaLnBrk="1" hangingPunct="1" latinLnBrk="0" marL="2286000" rtl="0">
        <a:defRPr kern="1200" kumimoji="0">
          <a:solidFill>
            <a:schemeClr val="tx1"/>
          </a:solidFill>
          <a:latin typeface="+mn-lt"/>
          <a:ea typeface="+mn-ea"/>
          <a:cs typeface="+mn-cs"/>
        </a:defRPr>
      </a:lvl6pPr>
      <a:lvl7pPr algn="l" eaLnBrk="1" hangingPunct="1" latinLnBrk="0" marL="2743200" rtl="0">
        <a:defRPr kern="1200" kumimoji="0">
          <a:solidFill>
            <a:schemeClr val="tx1"/>
          </a:solidFill>
          <a:latin typeface="+mn-lt"/>
          <a:ea typeface="+mn-ea"/>
          <a:cs typeface="+mn-cs"/>
        </a:defRPr>
      </a:lvl7pPr>
      <a:lvl8pPr algn="l" eaLnBrk="1" hangingPunct="1" latinLnBrk="0" marL="3200400" rtl="0">
        <a:defRPr kern="1200" kumimoji="0">
          <a:solidFill>
            <a:schemeClr val="tx1"/>
          </a:solidFill>
          <a:latin typeface="+mn-lt"/>
          <a:ea typeface="+mn-ea"/>
          <a:cs typeface="+mn-cs"/>
        </a:defRPr>
      </a:lvl8pPr>
      <a:lvl9pPr algn="l" eaLnBrk="1" hangingPunct="1" latinLnBrk="0" marL="3657600" rtl="0">
        <a:defRPr kern="1200" kumimoji="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image" Target="../media/image6.jpeg"/><Relationship Id="rId2" Type="http://schemas.openxmlformats.org/officeDocument/2006/relationships/image" Target="../media/image7.jpeg"/><Relationship Id="rId3"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image" Target="../media/image9.jpeg"/><Relationship Id="rId3" Type="http://schemas.openxmlformats.org/officeDocument/2006/relationships/image" Target="../media/image10.jpeg"/><Relationship Id="rId4" Type="http://schemas.openxmlformats.org/officeDocument/2006/relationships/image" Target="../media/image11.jpeg"/><Relationship Id="rId5"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6" name=""/>
        <p:cNvGrpSpPr/>
        <p:nvPr/>
      </p:nvGrpSpPr>
      <p:grpSpPr>
        <a:xfrm>
          <a:off x="0" y="0"/>
          <a:ext cx="0" cy="0"/>
          <a:chOff x="0" y="0"/>
          <a:chExt cx="0" cy="0"/>
        </a:xfrm>
      </p:grpSpPr>
      <p:sp>
        <p:nvSpPr>
          <p:cNvPr id="1048589" name="Title 1"/>
          <p:cNvSpPr>
            <a:spLocks noGrp="1"/>
          </p:cNvSpPr>
          <p:nvPr/>
        </p:nvSpPr>
        <p:spPr>
          <a:xfrm>
            <a:off x="3366868" y="533400"/>
            <a:ext cx="5105400" cy="2868168"/>
          </a:xfrm>
          <a:prstGeom prst="rect"/>
        </p:spPr>
        <p:txBody>
          <a:bodyPr anchor="b" anchorCtr="0" bIns="0" lIns="45720" rIns="45720" tIns="0" vert="horz">
            <a:noAutofit/>
          </a:bodyPr>
          <a:lstStyle>
            <a:lvl1pPr algn="r">
              <a:spcBef>
                <a:spcPct val="0"/>
              </a:spcBef>
              <a:defRPr baseline="0" b="1" cap="all" sz="4200" kern="1200" kumimoji="0">
                <a:ln w="500">
                  <a:solidFill>
                    <a:srgbClr val="59144B"/>
                  </a:solidFill>
                </a:ln>
                <a:gradFill>
                  <a:gsLst>
                    <a:gs pos="0">
                      <a:srgbClr val="FEF7F0"/>
                    </a:gs>
                    <a:gs pos="10000">
                      <a:srgbClr val="FEF3E8"/>
                    </a:gs>
                    <a:gs pos="49000">
                      <a:srgbClr val="FBD09B"/>
                    </a:gs>
                    <a:gs pos="50000">
                      <a:srgbClr val="F9B94B"/>
                    </a:gs>
                    <a:gs pos="100000">
                      <a:srgbClr val="FEF3E8"/>
                    </a:gs>
                  </a:gsLst>
                  <a:lin ang="5400000" scaled="1"/>
                </a:gradFill>
                <a:effectLst/>
                <a:latin typeface="+mj-lt"/>
                <a:ea typeface="+mj-ea"/>
                <a:cs typeface="+mj-cs"/>
              </a:defRPr>
            </a:lvl1pPr>
          </a:lstStyle>
          <a:p>
            <a:r>
              <a:rPr altLang="en-IN" dirty="0" lang="en-US" smtClean="0">
                <a:latin typeface="Tahoma"/>
              </a:rPr>
              <a:t>H</a:t>
            </a:r>
            <a:r>
              <a:rPr altLang="en-IN" dirty="0" lang="en-US" smtClean="0">
                <a:latin typeface="Tahoma"/>
              </a:rPr>
              <a:t>O</a:t>
            </a:r>
            <a:r>
              <a:rPr altLang="en-IN" dirty="0" lang="en-US" smtClean="0">
                <a:latin typeface="Tahoma"/>
              </a:rPr>
              <a:t>M</a:t>
            </a:r>
            <a:r>
              <a:rPr altLang="en-IN" dirty="0" lang="en-US" smtClean="0">
                <a:latin typeface="Tahoma"/>
              </a:rPr>
              <a:t>E</a:t>
            </a:r>
            <a:r>
              <a:rPr altLang="en-IN" dirty="0" lang="en-US" smtClean="0">
                <a:latin typeface="Tahoma"/>
              </a:rPr>
              <a:t> </a:t>
            </a:r>
            <a:r>
              <a:rPr altLang="en-IN" dirty="0" lang="en-US" smtClean="0">
                <a:latin typeface="Tahoma"/>
              </a:rPr>
              <a:t>AUTOMATION</a:t>
            </a:r>
            <a:r>
              <a:rPr altLang="en-IN" dirty="0" lang="en-US" smtClean="0">
                <a:latin typeface="Tahoma"/>
              </a:rPr>
              <a:t> </a:t>
            </a:r>
            <a:r>
              <a:rPr altLang="en-IN" dirty="0" lang="en-US" smtClean="0">
                <a:latin typeface="Tahoma"/>
              </a:rPr>
              <a:t> </a:t>
            </a:r>
            <a:r>
              <a:rPr altLang="en-IN" dirty="0" lang="en-US" smtClean="0">
                <a:latin typeface="Tahoma"/>
              </a:rPr>
              <a:t>w</a:t>
            </a:r>
            <a:r>
              <a:rPr altLang="en-IN" dirty="0" lang="en-US" smtClean="0">
                <a:latin typeface="Tahoma"/>
              </a:rPr>
              <a:t>i</a:t>
            </a:r>
            <a:r>
              <a:rPr altLang="en-IN" dirty="0" lang="en-US" smtClean="0">
                <a:latin typeface="Tahoma"/>
              </a:rPr>
              <a:t>t</a:t>
            </a:r>
            <a:r>
              <a:rPr altLang="en-IN" dirty="0" lang="en-US" smtClean="0">
                <a:latin typeface="Tahoma"/>
              </a:rPr>
              <a:t>h</a:t>
            </a:r>
            <a:r>
              <a:rPr altLang="en-IN" dirty="0" lang="en-US" smtClean="0">
                <a:latin typeface="Tahoma"/>
              </a:rPr>
              <a:t> </a:t>
            </a:r>
            <a:r>
              <a:rPr altLang="en-IN" dirty="0" lang="en-US" smtClean="0">
                <a:latin typeface="Tahoma"/>
              </a:rPr>
              <a:t>Telegram</a:t>
            </a:r>
            <a:r>
              <a:rPr altLang="en-IN" dirty="0" lang="en-US" smtClean="0">
                <a:latin typeface="Tahoma"/>
              </a:rPr>
              <a:t> </a:t>
            </a:r>
            <a:endParaRPr dirty="0" lang="en-US"/>
          </a:p>
        </p:txBody>
      </p:sp>
      <p:sp>
        <p:nvSpPr>
          <p:cNvPr id="1048590" name=""/>
          <p:cNvSpPr txBox="1"/>
          <p:nvPr/>
        </p:nvSpPr>
        <p:spPr>
          <a:xfrm>
            <a:off x="5594024" y="3401568"/>
            <a:ext cx="4572000" cy="2606041"/>
          </a:xfrm>
          <a:prstGeom prst="rect"/>
        </p:spPr>
        <p:txBody>
          <a:bodyPr rtlCol="0" wrap="square">
            <a:spAutoFit/>
          </a:bodyPr>
          <a:p>
            <a:r>
              <a:rPr sz="2800" lang="en-IN">
                <a:solidFill>
                  <a:srgbClr val="FFFFFF"/>
                </a:solidFill>
              </a:rPr>
              <a:t>
Presented by:
Valiveti Manaswini 
Thalari pradeep
Pulli koushik
Lokkidi Rahul</a:t>
            </a:r>
            <a:endParaRPr sz="2800" lang="en-IN">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35" name=""/>
        <p:cNvGrpSpPr/>
        <p:nvPr/>
      </p:nvGrpSpPr>
      <p:grpSpPr>
        <a:xfrm>
          <a:off x="0" y="0"/>
          <a:ext cx="0" cy="0"/>
          <a:chOff x="0" y="0"/>
          <a:chExt cx="0" cy="0"/>
        </a:xfrm>
      </p:grpSpPr>
      <p:sp>
        <p:nvSpPr>
          <p:cNvPr id="1048596" name="Title 1"/>
          <p:cNvSpPr>
            <a:spLocks noGrp="1"/>
          </p:cNvSpPr>
          <p:nvPr>
            <p:ph type="title"/>
          </p:nvPr>
        </p:nvSpPr>
        <p:spPr/>
        <p:txBody>
          <a:bodyPr/>
          <a:p>
            <a:r>
              <a:rPr dirty="0" lang="en-US" smtClean="0"/>
              <a:t>Contents</a:t>
            </a:r>
            <a:endParaRPr dirty="0" lang="en-US"/>
          </a:p>
        </p:txBody>
      </p:sp>
      <p:sp>
        <p:nvSpPr>
          <p:cNvPr id="1048597" name="Content Placeholder 2"/>
          <p:cNvSpPr>
            <a:spLocks noGrp="1"/>
          </p:cNvSpPr>
          <p:nvPr>
            <p:ph idx="1"/>
          </p:nvPr>
        </p:nvSpPr>
        <p:spPr/>
        <p:txBody>
          <a:bodyPr/>
          <a:p>
            <a:r>
              <a:rPr dirty="0" lang="en-US" smtClean="0"/>
              <a:t>Introduction</a:t>
            </a:r>
          </a:p>
          <a:p>
            <a:r>
              <a:rPr dirty="0" lang="en-US" smtClean="0"/>
              <a:t>Literature Survey</a:t>
            </a:r>
          </a:p>
          <a:p>
            <a:r>
              <a:rPr dirty="0" lang="en-US" smtClean="0"/>
              <a:t>Methodology</a:t>
            </a:r>
          </a:p>
          <a:p>
            <a:r>
              <a:rPr dirty="0" lang="en-US" smtClean="0"/>
              <a:t>Implementation</a:t>
            </a:r>
          </a:p>
          <a:p>
            <a:r>
              <a:rPr dirty="0" lang="en-US" smtClean="0"/>
              <a:t>Results</a:t>
            </a:r>
          </a:p>
          <a:p>
            <a:r>
              <a:rPr dirty="0" lang="en-US" smtClean="0"/>
              <a:t>Future Scope</a:t>
            </a:r>
          </a:p>
          <a:p>
            <a:r>
              <a:rPr dirty="0" lang="en-US" smtClean="0"/>
              <a:t>Conclusion</a:t>
            </a:r>
            <a:endParaRPr dirty="0"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36" name=""/>
        <p:cNvGrpSpPr/>
        <p:nvPr/>
      </p:nvGrpSpPr>
      <p:grpSpPr>
        <a:xfrm>
          <a:off x="0" y="0"/>
          <a:ext cx="0" cy="0"/>
          <a:chOff x="0" y="0"/>
          <a:chExt cx="0" cy="0"/>
        </a:xfrm>
      </p:grpSpPr>
      <p:sp>
        <p:nvSpPr>
          <p:cNvPr id="1048598" name="Title 1"/>
          <p:cNvSpPr>
            <a:spLocks noGrp="1"/>
          </p:cNvSpPr>
          <p:nvPr>
            <p:ph type="title"/>
          </p:nvPr>
        </p:nvSpPr>
        <p:spPr/>
        <p:txBody>
          <a:bodyPr/>
          <a:p>
            <a:r>
              <a:rPr dirty="0" lang="en-US" smtClean="0"/>
              <a:t>Introduction</a:t>
            </a:r>
            <a:endParaRPr dirty="0" lang="en-US"/>
          </a:p>
        </p:txBody>
      </p:sp>
      <p:sp>
        <p:nvSpPr>
          <p:cNvPr id="1048599" name="Content Placeholder 2"/>
          <p:cNvSpPr>
            <a:spLocks noGrp="1"/>
          </p:cNvSpPr>
          <p:nvPr>
            <p:ph idx="1"/>
          </p:nvPr>
        </p:nvSpPr>
        <p:spPr/>
        <p:txBody>
          <a:bodyPr>
            <a:normAutofit fontScale="84615" lnSpcReduction="20000"/>
          </a:bodyPr>
          <a:p>
            <a:pPr indent="0" marL="0">
              <a:buNone/>
            </a:pPr>
            <a:r>
              <a:rPr altLang="en-IN" dirty="0" lang="en-US" smtClean="0"/>
              <a:t>Objective: To enable users to remotely control and monitor smart home devices using Telegram bots or messages. The project typically integrates IOT devices (e.g., lights, fans, locks, sensors) with a Telegram bot, allowing users to send commands via Telegram to control appliances, receive real-time status updates, and automate tasks.</a:t>
            </a:r>
            <a:endParaRPr dirty="0" lang="en-US"/>
          </a:p>
          <a:p>
            <a:pPr indent="0" marL="0">
              <a:buNone/>
            </a:pPr>
            <a:r>
              <a:rPr altLang="en-IN" dirty="0" lang="en-US" smtClean="0"/>
              <a:t>Key objectives:</a:t>
            </a:r>
            <a:endParaRPr dirty="0" lang="en-US"/>
          </a:p>
          <a:p>
            <a:pPr indent="0" marL="0">
              <a:buNone/>
            </a:pPr>
            <a:r>
              <a:rPr altLang="en-IN" dirty="0" lang="en-US" smtClean="0"/>
              <a:t>1. Remote Control</a:t>
            </a:r>
            <a:endParaRPr dirty="0" lang="en-US"/>
          </a:p>
          <a:p>
            <a:pPr indent="0" marL="0">
              <a:buNone/>
            </a:pPr>
            <a:r>
              <a:rPr altLang="en-IN" dirty="0" lang="en-US" smtClean="0"/>
              <a:t>2. Security &amp;Surveillance</a:t>
            </a:r>
            <a:endParaRPr dirty="0" lang="en-US"/>
          </a:p>
          <a:p>
            <a:pPr indent="0" marL="0">
              <a:buNone/>
            </a:pPr>
            <a:r>
              <a:rPr altLang="en-IN" dirty="0" lang="en-US" smtClean="0"/>
              <a:t>3.Automation &amp;Scheduling</a:t>
            </a:r>
            <a:endParaRPr dirty="0" lang="en-US"/>
          </a:p>
          <a:p>
            <a:pPr indent="0" marL="0">
              <a:buNone/>
            </a:pPr>
            <a:r>
              <a:rPr altLang="en-IN" dirty="0" lang="en-US" smtClean="0"/>
              <a:t>4. Sensor Monitoring </a:t>
            </a:r>
            <a:endParaRPr dirty="0" lang="en-US"/>
          </a:p>
          <a:p>
            <a:pPr indent="0" marL="0">
              <a:buNone/>
            </a:pPr>
            <a:r>
              <a:rPr altLang="en-IN" dirty="0" lang="en-US" smtClean="0"/>
              <a:t>5. User-Friendly Interface</a:t>
            </a:r>
            <a:endParaRPr dirty="0" lang="en-US"/>
          </a:p>
          <a:p>
            <a:pPr indent="0" marL="0">
              <a:buNone/>
            </a:pPr>
            <a:r>
              <a:rPr altLang="en-IN" dirty="0" lang="en-US" smtClean="0"/>
              <a:t>6.Multi-User Access</a:t>
            </a:r>
            <a:endParaRPr dirty="0" lang="en-US"/>
          </a:p>
          <a:p>
            <a:pPr indent="0" marL="0">
              <a:buNone/>
            </a:pPr>
            <a:r>
              <a:rPr altLang="en-IN" dirty="0" lang="en-US" smtClean="0"/>
              <a:t>7.Cost-Effective Solution</a:t>
            </a:r>
            <a:endParaRPr dirty="0" lang="en-US"/>
          </a:p>
          <a:p>
            <a:pPr indent="0" marL="0">
              <a:buNone/>
            </a:pPr>
            <a:r>
              <a:rPr altLang="en-IN" dirty="0" lang="en-US" smtClean="0"/>
              <a:t> 8.Security &amp;Authentication</a:t>
            </a:r>
            <a:endParaRPr dirty="0"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sp>
        <p:nvSpPr>
          <p:cNvPr id="1048600" name="Title 1"/>
          <p:cNvSpPr>
            <a:spLocks noGrp="1"/>
          </p:cNvSpPr>
          <p:nvPr>
            <p:ph type="title"/>
          </p:nvPr>
        </p:nvSpPr>
        <p:spPr/>
        <p:txBody>
          <a:bodyPr/>
          <a:p>
            <a:r>
              <a:rPr dirty="0" lang="en-US" smtClean="0"/>
              <a:t>Introduction</a:t>
            </a:r>
            <a:endParaRPr dirty="0" lang="en-US"/>
          </a:p>
        </p:txBody>
      </p:sp>
      <p:sp>
        <p:nvSpPr>
          <p:cNvPr id="1048601" name="Content Placeholder 2"/>
          <p:cNvSpPr>
            <a:spLocks noGrp="1"/>
          </p:cNvSpPr>
          <p:nvPr>
            <p:ph idx="1"/>
          </p:nvPr>
        </p:nvSpPr>
        <p:spPr/>
        <p:txBody>
          <a:bodyPr/>
          <a:p>
            <a:pPr indent="0" marL="0">
              <a:buNone/>
            </a:pPr>
            <a:endParaRPr lang="en-US"/>
          </a:p>
          <a:p>
            <a:r>
              <a:rPr altLang="en-IN" lang="en-US"/>
              <a:t>The Internet of Things (IoT) has become ubiquitous in the engineering field and is perceived as paradigms for applications such as a home automation system where data can be exchanged and shared easily across the Internet. This project focuses on the implementation of the home automation system with Telegram using Wireless-Fidelity (Wi-Fi) network access on any smart- phone and laptop devices. It is highly beneficial for elderly, physically-challenged people and travellers to control home appliances effortlessly.</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1048602" name="Title 1"/>
          <p:cNvSpPr>
            <a:spLocks noGrp="1"/>
          </p:cNvSpPr>
          <p:nvPr>
            <p:ph type="title"/>
          </p:nvPr>
        </p:nvSpPr>
        <p:spPr>
          <a:xfrm>
            <a:off x="545483" y="-489947"/>
            <a:ext cx="7239000" cy="1700642"/>
          </a:xfrm>
        </p:spPr>
        <p:txBody>
          <a:bodyPr/>
          <a:p>
            <a:r>
              <a:rPr dirty="0" lang="en-US" smtClean="0"/>
              <a:t>Literature Survey</a:t>
            </a:r>
            <a:endParaRPr dirty="0" lang="en-US"/>
          </a:p>
        </p:txBody>
      </p:sp>
      <p:sp>
        <p:nvSpPr>
          <p:cNvPr id="1048603" name="Content Placeholder 2"/>
          <p:cNvSpPr>
            <a:spLocks noGrp="1"/>
          </p:cNvSpPr>
          <p:nvPr>
            <p:ph idx="1"/>
          </p:nvPr>
        </p:nvSpPr>
        <p:spPr>
          <a:xfrm>
            <a:off x="457200" y="1418774"/>
            <a:ext cx="7327284" cy="5036962"/>
          </a:xfrm>
        </p:spPr>
        <p:txBody>
          <a:bodyPr>
            <a:normAutofit/>
          </a:bodyPr>
          <a:p>
            <a:pPr indent="0" marL="0">
              <a:buNone/>
            </a:pPr>
            <a:r>
              <a:rPr altLang="en-IN" lang="en-US"/>
              <a:t>R</a:t>
            </a:r>
            <a:r>
              <a:rPr altLang="en-IN" lang="en-US"/>
              <a:t>E</a:t>
            </a:r>
            <a:r>
              <a:rPr altLang="en-IN" lang="en-US"/>
              <a:t>S</a:t>
            </a:r>
            <a:r>
              <a:rPr altLang="en-IN" lang="en-US"/>
              <a:t>E</a:t>
            </a:r>
            <a:r>
              <a:rPr altLang="en-IN" lang="en-US"/>
              <a:t>A</a:t>
            </a:r>
            <a:r>
              <a:rPr altLang="en-IN" lang="en-US"/>
              <a:t>R</a:t>
            </a:r>
            <a:r>
              <a:rPr altLang="en-IN" lang="en-US"/>
              <a:t>C</a:t>
            </a:r>
            <a:r>
              <a:rPr altLang="en-IN" lang="en-US"/>
              <a:t>H</a:t>
            </a:r>
            <a:r>
              <a:rPr altLang="en-IN" lang="en-US"/>
              <a:t> </a:t>
            </a:r>
            <a:r>
              <a:rPr altLang="en-IN" lang="en-US"/>
              <a:t>P</a:t>
            </a:r>
            <a:r>
              <a:rPr altLang="en-IN" lang="en-US"/>
              <a:t>A</a:t>
            </a:r>
            <a:r>
              <a:rPr altLang="en-IN" lang="en-US"/>
              <a:t>P</a:t>
            </a:r>
            <a:r>
              <a:rPr altLang="en-IN" lang="en-US"/>
              <a:t>E</a:t>
            </a:r>
            <a:r>
              <a:rPr altLang="en-IN" lang="en-US"/>
              <a:t>R</a:t>
            </a:r>
            <a:r>
              <a:rPr altLang="en-IN" lang="en-US"/>
              <a:t> </a:t>
            </a:r>
            <a:r>
              <a:rPr altLang="en-IN" lang="en-US"/>
              <a:t>1</a:t>
            </a:r>
            <a:r>
              <a:rPr altLang="en-IN" lang="en-US"/>
              <a:t>:</a:t>
            </a:r>
            <a:r>
              <a:rPr altLang="en-IN" lang="en-US"/>
              <a:t> </a:t>
            </a:r>
            <a:r>
              <a:rPr altLang="en-IN" lang="en-US"/>
              <a:t> </a:t>
            </a:r>
            <a:r>
              <a:rPr altLang="en-IN" lang="en-US"/>
              <a:t>presents a step-by-step procedure of a smart home automation controller. It uses IOT to convert home appliances to smart and intelligent devices, with the help of design control. An energy efficient system is designed that accesses the smart home remotely using IOT connectivity. </a:t>
            </a:r>
            <a:r>
              <a:rPr altLang="en-IN" lang="en-US"/>
              <a:t>The smart home is implemented with a main controller unit that is connected with the 24-hour available Wi-Fi network. </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607" name=""/>
          <p:cNvSpPr txBox="1"/>
          <p:nvPr/>
        </p:nvSpPr>
        <p:spPr>
          <a:xfrm rot="20101">
            <a:off x="221106" y="1078230"/>
            <a:ext cx="7700907" cy="4701540"/>
          </a:xfrm>
          <a:prstGeom prst="rect"/>
        </p:spPr>
        <p:txBody>
          <a:bodyPr rtlCol="0" wrap="square">
            <a:spAutoFit/>
          </a:bodyPr>
          <a:p>
            <a:r>
              <a:rPr altLang="en-IN" sz="2800" lang="en-US">
                <a:solidFill>
                  <a:srgbClr val="000000"/>
                </a:solidFill>
              </a:rPr>
              <a:t>R</a:t>
            </a:r>
            <a:r>
              <a:rPr altLang="en-IN" sz="2800" lang="en-US">
                <a:solidFill>
                  <a:srgbClr val="000000"/>
                </a:solidFill>
              </a:rPr>
              <a:t>E</a:t>
            </a:r>
            <a:r>
              <a:rPr altLang="en-IN" sz="2800" lang="en-US">
                <a:solidFill>
                  <a:srgbClr val="000000"/>
                </a:solidFill>
              </a:rPr>
              <a:t>S</a:t>
            </a:r>
            <a:r>
              <a:rPr altLang="en-IN" sz="2800" lang="en-US">
                <a:solidFill>
                  <a:srgbClr val="000000"/>
                </a:solidFill>
              </a:rPr>
              <a:t>E</a:t>
            </a:r>
            <a:r>
              <a:rPr altLang="en-IN" sz="2800" lang="en-US">
                <a:solidFill>
                  <a:srgbClr val="000000"/>
                </a:solidFill>
              </a:rPr>
              <a:t>A</a:t>
            </a:r>
            <a:r>
              <a:rPr altLang="en-IN" sz="2800" lang="en-US">
                <a:solidFill>
                  <a:srgbClr val="000000"/>
                </a:solidFill>
              </a:rPr>
              <a:t>R</a:t>
            </a:r>
            <a:r>
              <a:rPr altLang="en-IN" sz="2800" lang="en-US">
                <a:solidFill>
                  <a:srgbClr val="000000"/>
                </a:solidFill>
              </a:rPr>
              <a:t>C</a:t>
            </a:r>
            <a:r>
              <a:rPr altLang="en-IN" sz="2800" lang="en-US">
                <a:solidFill>
                  <a:srgbClr val="000000"/>
                </a:solidFill>
              </a:rPr>
              <a:t>H</a:t>
            </a:r>
            <a:r>
              <a:rPr altLang="en-IN" sz="2800" lang="en-US">
                <a:solidFill>
                  <a:srgbClr val="000000"/>
                </a:solidFill>
              </a:rPr>
              <a:t> </a:t>
            </a:r>
            <a:r>
              <a:rPr altLang="en-IN" sz="2800" lang="en-US">
                <a:solidFill>
                  <a:srgbClr val="000000"/>
                </a:solidFill>
              </a:rPr>
              <a:t>P</a:t>
            </a:r>
            <a:r>
              <a:rPr altLang="en-IN" sz="2800" lang="en-US">
                <a:solidFill>
                  <a:srgbClr val="000000"/>
                </a:solidFill>
              </a:rPr>
              <a:t>APER2</a:t>
            </a:r>
            <a:r>
              <a:rPr altLang="en-IN" sz="2800" lang="en-US">
                <a:solidFill>
                  <a:srgbClr val="000000"/>
                </a:solidFill>
              </a:rPr>
              <a:t>:</a:t>
            </a:r>
            <a:r>
              <a:rPr altLang="en-IN" sz="2800" lang="en-US">
                <a:solidFill>
                  <a:srgbClr val="000000"/>
                </a:solidFill>
              </a:rPr>
              <a:t> </a:t>
            </a:r>
            <a:r>
              <a:rPr altLang="en-IN" sz="2800" lang="en-US">
                <a:solidFill>
                  <a:srgbClr val="000000"/>
                </a:solidFill>
              </a:rPr>
              <a:t>f</a:t>
            </a:r>
            <a:r>
              <a:rPr altLang="en-IN" sz="2800" lang="en-US">
                <a:solidFill>
                  <a:srgbClr val="000000"/>
                </a:solidFill>
              </a:rPr>
              <a:t>o</a:t>
            </a:r>
            <a:r>
              <a:rPr altLang="en-IN" sz="2800" lang="en-US">
                <a:solidFill>
                  <a:srgbClr val="000000"/>
                </a:solidFill>
              </a:rPr>
              <a:t>c</a:t>
            </a:r>
            <a:r>
              <a:rPr altLang="en-IN" sz="2800" lang="en-US">
                <a:solidFill>
                  <a:srgbClr val="000000"/>
                </a:solidFill>
              </a:rPr>
              <a:t>u</a:t>
            </a:r>
            <a:r>
              <a:rPr altLang="en-IN" sz="2800" lang="en-US">
                <a:solidFill>
                  <a:srgbClr val="000000"/>
                </a:solidFill>
              </a:rPr>
              <a:t>ses</a:t>
            </a:r>
            <a:r>
              <a:rPr altLang="en-IN" sz="2800" lang="en-US">
                <a:solidFill>
                  <a:srgbClr val="000000"/>
                </a:solidFill>
              </a:rPr>
              <a:t> </a:t>
            </a:r>
            <a:r>
              <a:rPr altLang="en-IN" sz="2800" lang="en-US">
                <a:solidFill>
                  <a:srgbClr val="000000"/>
                </a:solidFill>
              </a:rPr>
              <a:t>o</a:t>
            </a:r>
            <a:r>
              <a:rPr altLang="en-IN" sz="2800" lang="en-US">
                <a:solidFill>
                  <a:srgbClr val="000000"/>
                </a:solidFill>
              </a:rPr>
              <a:t>n</a:t>
            </a:r>
            <a:r>
              <a:rPr altLang="en-IN" sz="2800" lang="en-US">
                <a:solidFill>
                  <a:srgbClr val="000000"/>
                </a:solidFill>
              </a:rPr>
              <a:t> </a:t>
            </a:r>
            <a:r>
              <a:rPr altLang="en-IN" sz="2800" lang="en-US">
                <a:solidFill>
                  <a:srgbClr val="000000"/>
                </a:solidFill>
              </a:rPr>
              <a:t>a</a:t>
            </a:r>
            <a:r>
              <a:rPr sz="2800" lang="en-IN">
                <a:solidFill>
                  <a:srgbClr val="000000"/>
                </a:solidFill>
              </a:rPr>
              <a:t>system that provides features of Home Automation relying on IOT to operate easily, in addition to that it includes a camera module and provides home security. The android application basically converts Smartphones into a remote for all home appliances.This notification will be received by the owner of the house via the internet such that the app can trigger a notification. So the owner can raise an alaram. Home automation that consists; fan and light.</a:t>
            </a:r>
            <a:endParaRPr sz="2800" lang="en-IN">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sp>
        <p:nvSpPr>
          <p:cNvPr id="1048608" name=""/>
          <p:cNvSpPr txBox="1"/>
          <p:nvPr/>
        </p:nvSpPr>
        <p:spPr>
          <a:xfrm rot="2277">
            <a:off x="485547" y="1078230"/>
            <a:ext cx="7707966" cy="4701540"/>
          </a:xfrm>
          <a:prstGeom prst="rect"/>
        </p:spPr>
        <p:txBody>
          <a:bodyPr rtlCol="0" wrap="square">
            <a:spAutoFit/>
          </a:bodyPr>
          <a:p>
            <a:r>
              <a:rPr altLang="en-IN" sz="2800" lang="en-US">
                <a:solidFill>
                  <a:srgbClr val="000000"/>
                </a:solidFill>
              </a:rPr>
              <a:t>RE</a:t>
            </a:r>
            <a:r>
              <a:rPr altLang="en-IN" sz="2800" lang="en-US">
                <a:solidFill>
                  <a:srgbClr val="000000"/>
                </a:solidFill>
              </a:rPr>
              <a:t>S</a:t>
            </a:r>
            <a:r>
              <a:rPr altLang="en-IN" sz="2800" lang="en-US">
                <a:solidFill>
                  <a:srgbClr val="000000"/>
                </a:solidFill>
              </a:rPr>
              <a:t>E</a:t>
            </a:r>
            <a:r>
              <a:rPr altLang="en-IN" sz="2800" lang="en-US">
                <a:solidFill>
                  <a:srgbClr val="000000"/>
                </a:solidFill>
              </a:rPr>
              <a:t>ARCH</a:t>
            </a:r>
            <a:r>
              <a:rPr altLang="en-IN" sz="2800" lang="en-US">
                <a:solidFill>
                  <a:srgbClr val="000000"/>
                </a:solidFill>
              </a:rPr>
              <a:t> </a:t>
            </a:r>
            <a:r>
              <a:rPr altLang="en-IN" sz="2800" lang="en-US">
                <a:solidFill>
                  <a:srgbClr val="000000"/>
                </a:solidFill>
              </a:rPr>
              <a:t>P</a:t>
            </a:r>
            <a:r>
              <a:rPr altLang="en-IN" sz="2800" lang="en-US">
                <a:solidFill>
                  <a:srgbClr val="000000"/>
                </a:solidFill>
              </a:rPr>
              <a:t>A</a:t>
            </a:r>
            <a:r>
              <a:rPr altLang="en-IN" sz="2800" lang="en-US">
                <a:solidFill>
                  <a:srgbClr val="000000"/>
                </a:solidFill>
              </a:rPr>
              <a:t>P</a:t>
            </a:r>
            <a:r>
              <a:rPr altLang="en-IN" sz="2800" lang="en-US">
                <a:solidFill>
                  <a:srgbClr val="000000"/>
                </a:solidFill>
              </a:rPr>
              <a:t>ER</a:t>
            </a:r>
            <a:r>
              <a:rPr altLang="en-IN" sz="2800" lang="en-US">
                <a:solidFill>
                  <a:srgbClr val="000000"/>
                </a:solidFill>
              </a:rPr>
              <a:t> </a:t>
            </a:r>
            <a:r>
              <a:rPr altLang="en-IN" sz="2800" lang="en-US">
                <a:solidFill>
                  <a:srgbClr val="000000"/>
                </a:solidFill>
              </a:rPr>
              <a:t>3</a:t>
            </a:r>
            <a:r>
              <a:rPr altLang="en-IN" sz="2800" lang="en-US">
                <a:solidFill>
                  <a:srgbClr val="000000"/>
                </a:solidFill>
              </a:rPr>
              <a:t> </a:t>
            </a:r>
            <a:r>
              <a:rPr altLang="en-IN" sz="2800" lang="en-US">
                <a:solidFill>
                  <a:srgbClr val="000000"/>
                </a:solidFill>
              </a:rPr>
              <a:t>:</a:t>
            </a:r>
            <a:r>
              <a:rPr altLang="en-IN" sz="2800" lang="en-US">
                <a:solidFill>
                  <a:srgbClr val="000000"/>
                </a:solidFill>
              </a:rPr>
              <a:t> </a:t>
            </a:r>
            <a:r>
              <a:rPr altLang="en-IN" sz="2800" lang="en-US">
                <a:solidFill>
                  <a:srgbClr val="000000"/>
                </a:solidFill>
              </a:rPr>
              <a:t> </a:t>
            </a:r>
            <a:r>
              <a:rPr sz="2800" lang="en-IN">
                <a:solidFill>
                  <a:srgbClr val="000000"/>
                </a:solidFill>
              </a:rPr>
              <a:t>proposed by  an optimization of home power consumption based on PLC (Power Line Communication) for an easy to access home energy consumption. This also proposes a  PLC based renewable energy gateway to monitor the energy generation of renewable energies. Devices with particular features are assigned to these groups. It aims to establish a real time processing scheme to address variable sensor network topologies.</a:t>
            </a:r>
            <a:endParaRPr sz="2800" lang="en-IN">
              <a:solidFill>
                <a:srgbClr val="0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42" name=""/>
        <p:cNvGrpSpPr/>
        <p:nvPr/>
      </p:nvGrpSpPr>
      <p:grpSpPr>
        <a:xfrm>
          <a:off x="0" y="0"/>
          <a:ext cx="0" cy="0"/>
          <a:chOff x="0" y="0"/>
          <a:chExt cx="0" cy="0"/>
        </a:xfrm>
      </p:grpSpPr>
      <p:sp>
        <p:nvSpPr>
          <p:cNvPr id="1048609" name=""/>
          <p:cNvSpPr txBox="1"/>
          <p:nvPr/>
        </p:nvSpPr>
        <p:spPr>
          <a:xfrm rot="12418">
            <a:off x="342822" y="868616"/>
            <a:ext cx="7815207" cy="5120640"/>
          </a:xfrm>
          <a:prstGeom prst="rect"/>
        </p:spPr>
        <p:txBody>
          <a:bodyPr rtlCol="0" wrap="square">
            <a:spAutoFit/>
          </a:bodyPr>
          <a:p>
            <a:r>
              <a:rPr altLang="en-IN" sz="2800" lang="en-US">
                <a:solidFill>
                  <a:srgbClr val="000000"/>
                </a:solidFill>
              </a:rPr>
              <a:t>R</a:t>
            </a:r>
            <a:r>
              <a:rPr altLang="en-IN" sz="2800" lang="en-US">
                <a:solidFill>
                  <a:srgbClr val="000000"/>
                </a:solidFill>
              </a:rPr>
              <a:t>E</a:t>
            </a:r>
            <a:r>
              <a:rPr altLang="en-IN" sz="2800" lang="en-US">
                <a:solidFill>
                  <a:srgbClr val="000000"/>
                </a:solidFill>
              </a:rPr>
              <a:t>S</a:t>
            </a:r>
            <a:r>
              <a:rPr altLang="en-IN" sz="2800" lang="en-US">
                <a:solidFill>
                  <a:srgbClr val="000000"/>
                </a:solidFill>
              </a:rPr>
              <a:t>E</a:t>
            </a:r>
            <a:r>
              <a:rPr altLang="en-IN" sz="2800" lang="en-US">
                <a:solidFill>
                  <a:srgbClr val="000000"/>
                </a:solidFill>
              </a:rPr>
              <a:t>A</a:t>
            </a:r>
            <a:r>
              <a:rPr altLang="en-IN" sz="2800" lang="en-US">
                <a:solidFill>
                  <a:srgbClr val="000000"/>
                </a:solidFill>
              </a:rPr>
              <a:t>R</a:t>
            </a:r>
            <a:r>
              <a:rPr altLang="en-IN" sz="2800" lang="en-US">
                <a:solidFill>
                  <a:srgbClr val="000000"/>
                </a:solidFill>
              </a:rPr>
              <a:t>C</a:t>
            </a:r>
            <a:r>
              <a:rPr altLang="en-IN" sz="2800" lang="en-US">
                <a:solidFill>
                  <a:srgbClr val="000000"/>
                </a:solidFill>
              </a:rPr>
              <a:t>H</a:t>
            </a:r>
            <a:r>
              <a:rPr altLang="en-IN" sz="2800" lang="en-US">
                <a:solidFill>
                  <a:srgbClr val="000000"/>
                </a:solidFill>
              </a:rPr>
              <a:t> </a:t>
            </a:r>
            <a:r>
              <a:rPr altLang="en-IN" sz="2800" lang="en-US">
                <a:solidFill>
                  <a:srgbClr val="000000"/>
                </a:solidFill>
              </a:rPr>
              <a:t>P</a:t>
            </a:r>
            <a:r>
              <a:rPr altLang="en-IN" sz="2800" lang="en-US">
                <a:solidFill>
                  <a:srgbClr val="000000"/>
                </a:solidFill>
              </a:rPr>
              <a:t>A</a:t>
            </a:r>
            <a:r>
              <a:rPr altLang="en-IN" sz="2800" lang="en-US">
                <a:solidFill>
                  <a:srgbClr val="000000"/>
                </a:solidFill>
              </a:rPr>
              <a:t>P</a:t>
            </a:r>
            <a:r>
              <a:rPr altLang="en-IN" sz="2800" lang="en-US">
                <a:solidFill>
                  <a:srgbClr val="000000"/>
                </a:solidFill>
              </a:rPr>
              <a:t>E</a:t>
            </a:r>
            <a:r>
              <a:rPr altLang="en-IN" sz="2800" lang="en-US">
                <a:solidFill>
                  <a:srgbClr val="000000"/>
                </a:solidFill>
              </a:rPr>
              <a:t>R</a:t>
            </a:r>
            <a:r>
              <a:rPr altLang="en-IN" sz="2800" lang="en-US">
                <a:solidFill>
                  <a:srgbClr val="000000"/>
                </a:solidFill>
              </a:rPr>
              <a:t> </a:t>
            </a:r>
            <a:r>
              <a:rPr altLang="en-IN" sz="2800" lang="en-US">
                <a:solidFill>
                  <a:srgbClr val="000000"/>
                </a:solidFill>
              </a:rPr>
              <a:t>4</a:t>
            </a:r>
            <a:r>
              <a:rPr altLang="en-IN" sz="2800" lang="en-US">
                <a:solidFill>
                  <a:srgbClr val="000000"/>
                </a:solidFill>
              </a:rPr>
              <a:t> </a:t>
            </a:r>
            <a:r>
              <a:rPr altLang="en-IN" sz="2800" lang="en-US">
                <a:solidFill>
                  <a:srgbClr val="000000"/>
                </a:solidFill>
              </a:rPr>
              <a:t>:</a:t>
            </a:r>
            <a:r>
              <a:rPr sz="2800" lang="en-IN">
                <a:solidFill>
                  <a:srgbClr val="000000"/>
                </a:solidFill>
              </a:rPr>
              <a:t> illustrates a methodology to provide a low cost Home Automation System (using Wireless Fidelity (Wi-Fi).This crystallizes the concept of internetworking of smart devices. A Wi- Fi based Wireless Sensor Network  is designed for the purpose of monitoring and controlling environmental, safety and electrical parameters of a smart interconnected home.  The primary focus of the paper is to develop a solution cost effective, flexible in control of devices and implementing a wide range of sensors to capture various parameters.</a:t>
            </a:r>
            <a:endParaRPr sz="2800" lang="en-IN">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610" name="Title 1"/>
          <p:cNvSpPr>
            <a:spLocks noGrp="1"/>
          </p:cNvSpPr>
          <p:nvPr>
            <p:ph type="title"/>
          </p:nvPr>
        </p:nvSpPr>
        <p:spPr/>
        <p:txBody>
          <a:bodyPr/>
          <a:p>
            <a:r>
              <a:rPr dirty="0" lang="en-US" smtClean="0"/>
              <a:t>Methodology</a:t>
            </a:r>
            <a:endParaRPr dirty="0" lang="en-US"/>
          </a:p>
        </p:txBody>
      </p:sp>
      <p:sp>
        <p:nvSpPr>
          <p:cNvPr id="1048611" name="Content Placeholder 2"/>
          <p:cNvSpPr>
            <a:spLocks noGrp="1"/>
          </p:cNvSpPr>
          <p:nvPr>
            <p:ph idx="1"/>
          </p:nvPr>
        </p:nvSpPr>
        <p:spPr/>
        <p:txBody>
          <a:bodyPr/>
          <a:p>
            <a:r>
              <a:rPr dirty="0" lang="en-US" smtClean="0"/>
              <a:t>Block Diagram</a:t>
            </a:r>
            <a:endParaRPr dirty="0" lang="en-US"/>
          </a:p>
        </p:txBody>
      </p:sp>
      <p:pic>
        <p:nvPicPr>
          <p:cNvPr id="2097152" name=""/>
          <p:cNvPicPr>
            <a:picLocks/>
          </p:cNvPicPr>
          <p:nvPr/>
        </p:nvPicPr>
        <p:blipFill>
          <a:blip xmlns:r="http://schemas.openxmlformats.org/officeDocument/2006/relationships" r:embed="rId1"/>
          <a:stretch>
            <a:fillRect/>
          </a:stretch>
        </p:blipFill>
        <p:spPr>
          <a:xfrm rot="5386">
            <a:off x="793723" y="2270242"/>
            <a:ext cx="7302890" cy="4425779"/>
          </a:xfrm>
          <a:prstGeom prst="rec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44" name=""/>
        <p:cNvGrpSpPr/>
        <p:nvPr/>
      </p:nvGrpSpPr>
      <p:grpSpPr>
        <a:xfrm>
          <a:off x="0" y="0"/>
          <a:ext cx="0" cy="0"/>
          <a:chOff x="0" y="0"/>
          <a:chExt cx="0" cy="0"/>
        </a:xfrm>
      </p:grpSpPr>
      <p:sp>
        <p:nvSpPr>
          <p:cNvPr id="1048612" name="Title 1"/>
          <p:cNvSpPr>
            <a:spLocks noGrp="1"/>
          </p:cNvSpPr>
          <p:nvPr>
            <p:ph type="title"/>
          </p:nvPr>
        </p:nvSpPr>
        <p:spPr/>
        <p:txBody>
          <a:bodyPr/>
          <a:p>
            <a:r>
              <a:rPr dirty="0" lang="en-US" smtClean="0"/>
              <a:t>Implementation</a:t>
            </a:r>
            <a:endParaRPr dirty="0" lang="en-US"/>
          </a:p>
        </p:txBody>
      </p:sp>
      <p:sp>
        <p:nvSpPr>
          <p:cNvPr id="1048613" name="Content Placeholder 2"/>
          <p:cNvSpPr>
            <a:spLocks noGrp="1"/>
          </p:cNvSpPr>
          <p:nvPr>
            <p:ph idx="1"/>
          </p:nvPr>
        </p:nvSpPr>
        <p:spPr/>
        <p:txBody>
          <a:bodyPr/>
          <a:p>
            <a:r>
              <a:rPr dirty="0" lang="en-US" smtClean="0"/>
              <a:t>Circuit Diagram</a:t>
            </a:r>
            <a:endParaRPr dirty="0" lang="en-US"/>
          </a:p>
        </p:txBody>
      </p:sp>
      <p:pic>
        <p:nvPicPr>
          <p:cNvPr id="2097153" name=""/>
          <p:cNvPicPr>
            <a:picLocks/>
          </p:cNvPicPr>
          <p:nvPr/>
        </p:nvPicPr>
        <p:blipFill>
          <a:blip xmlns:r="http://schemas.openxmlformats.org/officeDocument/2006/relationships" r:embed="rId1"/>
          <a:stretch>
            <a:fillRect/>
          </a:stretch>
        </p:blipFill>
        <p:spPr>
          <a:xfrm rot="2687">
            <a:off x="314695" y="2165006"/>
            <a:ext cx="7702547" cy="4419708"/>
          </a:xfrm>
          <a:prstGeom prst="rec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sp>
        <p:nvSpPr>
          <p:cNvPr id="1048614" name="Title 1"/>
          <p:cNvSpPr>
            <a:spLocks noGrp="1"/>
          </p:cNvSpPr>
          <p:nvPr>
            <p:ph type="title"/>
          </p:nvPr>
        </p:nvSpPr>
        <p:spPr/>
        <p:txBody>
          <a:bodyPr/>
          <a:p>
            <a:r>
              <a:rPr dirty="0" lang="en-US" smtClean="0"/>
              <a:t>Implementation</a:t>
            </a:r>
            <a:endParaRPr dirty="0" lang="en-US"/>
          </a:p>
        </p:txBody>
      </p:sp>
      <p:sp>
        <p:nvSpPr>
          <p:cNvPr id="1048615" name="Content Placeholder 2"/>
          <p:cNvSpPr>
            <a:spLocks noGrp="1"/>
          </p:cNvSpPr>
          <p:nvPr>
            <p:ph idx="1"/>
          </p:nvPr>
        </p:nvSpPr>
        <p:spPr>
          <a:xfrm>
            <a:off x="457199" y="1759285"/>
            <a:ext cx="7239000" cy="4846320"/>
          </a:xfrm>
        </p:spPr>
        <p:txBody>
          <a:bodyPr>
            <a:normAutofit/>
          </a:bodyPr>
          <a:p>
            <a:r>
              <a:rPr dirty="0" lang="en-US"/>
              <a:t>Working:</a:t>
            </a:r>
            <a:endParaRPr dirty="0" lang="en-US"/>
          </a:p>
          <a:p>
            <a:r>
              <a:rPr dirty="0" lang="en-US"/>
              <a:t>Allows you to control smart devices remotely through a Telegram bot. This setup typically involves a microcontroller (like ESP8266, ESP32, or Raspberry Pi) communicating with home automation systems via Wi-Fi.</a:t>
            </a:r>
            <a:endParaRPr dirty="0" lang="en-US"/>
          </a:p>
          <a:p>
            <a:r>
              <a:rPr dirty="0" lang="en-US"/>
              <a:t>1. Create a Telegram Bot → Use @BotFather to generate a bot token.</a:t>
            </a:r>
            <a:endParaRPr dirty="0" lang="en-US"/>
          </a:p>
          <a:p>
            <a:r>
              <a:rPr dirty="0" lang="en-US"/>
              <a:t>2. Set Up Microcontroller (ESP8266/ESP32/Raspberry Pi) → Connect it to Wi-Fi and home devices (relays, </a:t>
            </a:r>
            <a:r>
              <a:rPr altLang="en-IN" dirty="0" lang="en-US"/>
              <a:t>s</a:t>
            </a:r>
            <a:r>
              <a:rPr altLang="en-IN" dirty="0" lang="en-US"/>
              <a:t>e</a:t>
            </a:r>
            <a:r>
              <a:rPr altLang="en-IN" dirty="0" lang="en-US"/>
              <a:t>n</a:t>
            </a:r>
            <a:r>
              <a:rPr altLang="en-IN" dirty="0" lang="en-US"/>
              <a:t>s</a:t>
            </a:r>
            <a:r>
              <a:rPr altLang="en-IN" dirty="0" lang="en-US"/>
              <a:t>o</a:t>
            </a:r>
            <a:r>
              <a:rPr altLang="en-IN" dirty="0" lang="en-US"/>
              <a:t>r</a:t>
            </a:r>
            <a:r>
              <a:rPr altLang="en-IN" dirty="0" lang="en-US"/>
              <a:t>s</a:t>
            </a:r>
            <a:r>
              <a:rPr altLang="en-IN" dirty="0" lang="en-US"/>
              <a:t>)</a:t>
            </a:r>
            <a:r>
              <a:rPr altLang="en-IN" dirty="0" lang="en-US"/>
              <a:t>.</a:t>
            </a:r>
            <a:endParaRPr dirty="0"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86" name=""/>
        <p:cNvGrpSpPr/>
        <p:nvPr/>
      </p:nvGrpSpPr>
      <p:grpSpPr>
        <a:xfrm>
          <a:off x="0" y="0"/>
          <a:ext cx="0" cy="0"/>
          <a:chOff x="0" y="0"/>
          <a:chExt cx="0" cy="0"/>
        </a:xfrm>
      </p:grpSpPr>
      <p:sp>
        <p:nvSpPr>
          <p:cNvPr id="1048752" name=""/>
          <p:cNvSpPr txBox="1"/>
          <p:nvPr/>
        </p:nvSpPr>
        <p:spPr>
          <a:xfrm>
            <a:off x="161861" y="-3016188"/>
            <a:ext cx="7861844" cy="5958839"/>
          </a:xfrm>
          <a:prstGeom prst="rect"/>
        </p:spPr>
        <p:txBody>
          <a:bodyPr rtlCol="0" wrap="square">
            <a:spAutoFit/>
          </a:bodyPr>
          <a:lstStyle>
            <a:defPPr>
              <a:defRPr lang="en-US"/>
            </a:defPPr>
            <a:lvl1pPr algn="l" defTabSz="914400" eaLnBrk="1" hangingPunct="1" latinLnBrk="0" marL="0" rtl="0">
              <a:defRPr sz="1800" kern="1200">
                <a:solidFill>
                  <a:srgbClr val="000000"/>
                </a:solidFill>
                <a:latin typeface="+mn-lt"/>
                <a:ea typeface="+mn-ea"/>
                <a:cs typeface="+mn-cs"/>
              </a:defRPr>
            </a:lvl1pPr>
            <a:lvl2pPr algn="l" defTabSz="914400" eaLnBrk="1" hangingPunct="1" latinLnBrk="0" marL="457200" rtl="0">
              <a:defRPr sz="1800" kern="1200">
                <a:solidFill>
                  <a:srgbClr val="000000"/>
                </a:solidFill>
                <a:latin typeface="+mn-lt"/>
                <a:ea typeface="+mn-ea"/>
                <a:cs typeface="+mn-cs"/>
              </a:defRPr>
            </a:lvl2pPr>
            <a:lvl3pPr algn="l" defTabSz="914400" eaLnBrk="1" hangingPunct="1" latinLnBrk="0" marL="914400" rtl="0">
              <a:defRPr sz="1800" kern="1200">
                <a:solidFill>
                  <a:srgbClr val="000000"/>
                </a:solidFill>
                <a:latin typeface="+mn-lt"/>
                <a:ea typeface="+mn-ea"/>
                <a:cs typeface="+mn-cs"/>
              </a:defRPr>
            </a:lvl3pPr>
            <a:lvl4pPr algn="l" defTabSz="914400" eaLnBrk="1" hangingPunct="1" latinLnBrk="0" marL="1371600" rtl="0">
              <a:defRPr sz="1800" kern="1200">
                <a:solidFill>
                  <a:srgbClr val="000000"/>
                </a:solidFill>
                <a:latin typeface="+mn-lt"/>
                <a:ea typeface="+mn-ea"/>
                <a:cs typeface="+mn-cs"/>
              </a:defRPr>
            </a:lvl4pPr>
            <a:lvl5pPr algn="l" defTabSz="914400" eaLnBrk="1" hangingPunct="1" latinLnBrk="0" marL="1828800" rtl="0">
              <a:defRPr sz="1800" kern="1200">
                <a:solidFill>
                  <a:srgbClr val="000000"/>
                </a:solidFill>
                <a:latin typeface="+mn-lt"/>
                <a:ea typeface="+mn-ea"/>
                <a:cs typeface="+mn-cs"/>
              </a:defRPr>
            </a:lvl5pPr>
            <a:lvl6pPr algn="l" defTabSz="914400" eaLnBrk="1" hangingPunct="1" latinLnBrk="0" marL="2286000" rtl="0">
              <a:defRPr sz="1800" kern="1200">
                <a:solidFill>
                  <a:srgbClr val="000000"/>
                </a:solidFill>
                <a:latin typeface="+mn-lt"/>
                <a:ea typeface="+mn-ea"/>
                <a:cs typeface="+mn-cs"/>
              </a:defRPr>
            </a:lvl6pPr>
            <a:lvl7pPr algn="l" defTabSz="914400" eaLnBrk="1" hangingPunct="1" latinLnBrk="0" marL="2743200" rtl="0">
              <a:defRPr sz="1800" kern="1200">
                <a:solidFill>
                  <a:srgbClr val="000000"/>
                </a:solidFill>
                <a:latin typeface="+mn-lt"/>
                <a:ea typeface="+mn-ea"/>
                <a:cs typeface="+mn-cs"/>
              </a:defRPr>
            </a:lvl7pPr>
            <a:lvl8pPr algn="l" defTabSz="914400" eaLnBrk="1" hangingPunct="1" latinLnBrk="0" marL="3200400" rtl="0">
              <a:defRPr sz="1800" kern="1200">
                <a:solidFill>
                  <a:srgbClr val="000000"/>
                </a:solidFill>
                <a:latin typeface="+mn-lt"/>
                <a:ea typeface="+mn-ea"/>
                <a:cs typeface="+mn-cs"/>
              </a:defRPr>
            </a:lvl8pPr>
            <a:lvl9pPr algn="l" defTabSz="914400" eaLnBrk="1" hangingPunct="1" latinLnBrk="0" marL="3657600" rtl="0">
              <a:defRPr sz="1800" kern="1200">
                <a:solidFill>
                  <a:srgbClr val="000000"/>
                </a:solidFill>
                <a:latin typeface="+mn-lt"/>
                <a:ea typeface="+mn-ea"/>
                <a:cs typeface="+mn-cs"/>
              </a:defRPr>
            </a:lvl9pPr>
          </a:lstStyle>
          <a:p>
            <a:r>
              <a:rPr sz="2800" lang="en-IN">
                <a:solidFill>
                  <a:srgbClr val="000000"/>
                </a:solidFill>
                <a:latin typeface="Trebuchet MS"/>
              </a:rPr>
              <a:t>Working:
Allows you to control smart devices remotely through a Telegram bot. This setup typically involves a microcontroller (like ESP8266, ESP32, or Raspberry Pi) communicating with home automation 
3. Write Code (Using Python or Arduino IDE) → Use Telegram Bot API to receive commands and control devices.
4. Deploy &amp; Test → Send commands via Telegram to turn devices ON/OFF.</a:t>
            </a:r>
            <a:endParaRPr sz="2800" lang="en-IN">
              <a:solidFill>
                <a:srgbClr val="0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616" name="Title 1"/>
          <p:cNvSpPr>
            <a:spLocks noGrp="1"/>
          </p:cNvSpPr>
          <p:nvPr>
            <p:ph type="title"/>
          </p:nvPr>
        </p:nvSpPr>
        <p:spPr/>
        <p:txBody>
          <a:bodyPr/>
          <a:p>
            <a:r>
              <a:rPr dirty="0" lang="en-US" smtClean="0"/>
              <a:t>Implementation</a:t>
            </a:r>
            <a:endParaRPr dirty="0" lang="en-US"/>
          </a:p>
        </p:txBody>
      </p:sp>
      <p:sp>
        <p:nvSpPr>
          <p:cNvPr id="1048617" name="Content Placeholder 2"/>
          <p:cNvSpPr>
            <a:spLocks noGrp="1"/>
          </p:cNvSpPr>
          <p:nvPr>
            <p:ph idx="1"/>
          </p:nvPr>
        </p:nvSpPr>
        <p:spPr/>
        <p:txBody>
          <a:bodyPr/>
          <a:p>
            <a:r>
              <a:rPr dirty="0" lang="en-US" smtClean="0"/>
              <a:t>Flow chart/Code</a:t>
            </a:r>
            <a:endParaRPr dirty="0" lang="en-US"/>
          </a:p>
        </p:txBody>
      </p:sp>
      <p:pic>
        <p:nvPicPr>
          <p:cNvPr id="2097154" name=""/>
          <p:cNvPicPr>
            <a:picLocks/>
          </p:cNvPicPr>
          <p:nvPr/>
        </p:nvPicPr>
        <p:blipFill>
          <a:blip xmlns:r="http://schemas.openxmlformats.org/officeDocument/2006/relationships" r:embed="rId1"/>
          <a:stretch>
            <a:fillRect/>
          </a:stretch>
        </p:blipFill>
        <p:spPr>
          <a:xfrm>
            <a:off x="459081" y="2348527"/>
            <a:ext cx="7234197" cy="4498546"/>
          </a:xfrm>
          <a:prstGeom prst="rec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47" name=""/>
        <p:cNvGrpSpPr/>
        <p:nvPr/>
      </p:nvGrpSpPr>
      <p:grpSpPr>
        <a:xfrm>
          <a:off x="0" y="0"/>
          <a:ext cx="0" cy="0"/>
          <a:chOff x="0" y="0"/>
          <a:chExt cx="0" cy="0"/>
        </a:xfrm>
      </p:grpSpPr>
      <p:sp>
        <p:nvSpPr>
          <p:cNvPr id="1048618" name="Title 1"/>
          <p:cNvSpPr>
            <a:spLocks noGrp="1"/>
          </p:cNvSpPr>
          <p:nvPr>
            <p:ph type="title"/>
          </p:nvPr>
        </p:nvSpPr>
        <p:spPr/>
        <p:txBody>
          <a:bodyPr/>
          <a:p>
            <a:r>
              <a:rPr dirty="0" lang="en-US" smtClean="0"/>
              <a:t>Result and Discussions</a:t>
            </a:r>
            <a:endParaRPr dirty="0" lang="en-US"/>
          </a:p>
        </p:txBody>
      </p:sp>
      <p:pic>
        <p:nvPicPr>
          <p:cNvPr id="2097160" name=""/>
          <p:cNvPicPr>
            <a:picLocks/>
          </p:cNvPicPr>
          <p:nvPr/>
        </p:nvPicPr>
        <p:blipFill>
          <a:blip xmlns:r="http://schemas.openxmlformats.org/officeDocument/2006/relationships" r:embed="rId1"/>
          <a:stretch>
            <a:fillRect/>
          </a:stretch>
        </p:blipFill>
        <p:spPr>
          <a:xfrm rot="0">
            <a:off x="4571999" y="1572997"/>
            <a:ext cx="3441337" cy="4566318"/>
          </a:xfrm>
          <a:prstGeom prst="rect"/>
        </p:spPr>
      </p:pic>
      <p:pic>
        <p:nvPicPr>
          <p:cNvPr id="2097162" name=""/>
          <p:cNvPicPr>
            <a:picLocks/>
          </p:cNvPicPr>
          <p:nvPr/>
        </p:nvPicPr>
        <p:blipFill>
          <a:blip xmlns:r="http://schemas.openxmlformats.org/officeDocument/2006/relationships" r:embed="rId2"/>
          <a:stretch>
            <a:fillRect/>
          </a:stretch>
        </p:blipFill>
        <p:spPr>
          <a:xfrm rot="0">
            <a:off x="457200" y="1725748"/>
            <a:ext cx="3874972" cy="4404575"/>
          </a:xfrm>
          <a:prstGeom prst="rec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92" name=""/>
        <p:cNvGrpSpPr/>
        <p:nvPr/>
      </p:nvGrpSpPr>
      <p:grpSpPr>
        <a:xfrm>
          <a:off x="0" y="0"/>
          <a:ext cx="0" cy="0"/>
          <a:chOff x="0" y="0"/>
          <a:chExt cx="0" cy="0"/>
        </a:xfrm>
      </p:grpSpPr>
      <p:pic>
        <p:nvPicPr>
          <p:cNvPr id="2097155" name=""/>
          <p:cNvPicPr>
            <a:picLocks/>
          </p:cNvPicPr>
          <p:nvPr/>
        </p:nvPicPr>
        <p:blipFill>
          <a:blip xmlns:r="http://schemas.openxmlformats.org/officeDocument/2006/relationships" r:embed="rId1"/>
          <a:stretch>
            <a:fillRect/>
          </a:stretch>
        </p:blipFill>
        <p:spPr>
          <a:xfrm rot="21579420">
            <a:off x="4588722" y="352564"/>
            <a:ext cx="3245233" cy="5596264"/>
          </a:xfrm>
          <a:prstGeom prst="rect"/>
        </p:spPr>
      </p:pic>
      <p:pic>
        <p:nvPicPr>
          <p:cNvPr id="2097156" name=""/>
          <p:cNvPicPr>
            <a:picLocks/>
          </p:cNvPicPr>
          <p:nvPr/>
        </p:nvPicPr>
        <p:blipFill>
          <a:blip xmlns:r="http://schemas.openxmlformats.org/officeDocument/2006/relationships" r:embed="rId2"/>
          <a:stretch>
            <a:fillRect/>
          </a:stretch>
        </p:blipFill>
        <p:spPr>
          <a:xfrm rot="0">
            <a:off x="413057" y="342900"/>
            <a:ext cx="3838059" cy="5468752"/>
          </a:xfrm>
          <a:prstGeom prst="rect"/>
        </p:spPr>
      </p:pic>
      <p:pic>
        <p:nvPicPr>
          <p:cNvPr id="2097157" name=""/>
          <p:cNvPicPr>
            <a:picLocks/>
          </p:cNvPicPr>
          <p:nvPr/>
        </p:nvPicPr>
        <p:blipFill>
          <a:blip xmlns:r="http://schemas.openxmlformats.org/officeDocument/2006/relationships" r:embed="rId3"/>
          <a:stretch>
            <a:fillRect/>
          </a:stretch>
        </p:blipFill>
        <p:spPr>
          <a:xfrm rot="0">
            <a:off x="5189878" y="8640057"/>
            <a:ext cx="5096936" cy="6858000"/>
          </a:xfrm>
          <a:prstGeom prst="rect"/>
        </p:spPr>
      </p:pic>
      <p:pic>
        <p:nvPicPr>
          <p:cNvPr id="2097158" name=""/>
          <p:cNvPicPr>
            <a:picLocks/>
          </p:cNvPicPr>
          <p:nvPr/>
        </p:nvPicPr>
        <p:blipFill>
          <a:blip xmlns:r="http://schemas.openxmlformats.org/officeDocument/2006/relationships" r:embed="rId4"/>
          <a:stretch>
            <a:fillRect/>
          </a:stretch>
        </p:blipFill>
        <p:spPr>
          <a:xfrm rot="0">
            <a:off x="-1122204" y="9750379"/>
            <a:ext cx="5096936" cy="6858000"/>
          </a:xfrm>
          <a:prstGeom prst="rec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48" name=""/>
        <p:cNvGrpSpPr/>
        <p:nvPr/>
      </p:nvGrpSpPr>
      <p:grpSpPr>
        <a:xfrm>
          <a:off x="0" y="0"/>
          <a:ext cx="0" cy="0"/>
          <a:chOff x="0" y="0"/>
          <a:chExt cx="0" cy="0"/>
        </a:xfrm>
      </p:grpSpPr>
      <p:sp>
        <p:nvSpPr>
          <p:cNvPr id="1048620" name="Title 1"/>
          <p:cNvSpPr>
            <a:spLocks noGrp="1"/>
          </p:cNvSpPr>
          <p:nvPr>
            <p:ph type="title"/>
          </p:nvPr>
        </p:nvSpPr>
        <p:spPr/>
        <p:txBody>
          <a:bodyPr/>
          <a:p>
            <a:r>
              <a:rPr dirty="0" lang="en-US" smtClean="0"/>
              <a:t>Conclusion</a:t>
            </a:r>
            <a:endParaRPr dirty="0" lang="en-US"/>
          </a:p>
        </p:txBody>
      </p:sp>
      <p:sp>
        <p:nvSpPr>
          <p:cNvPr id="1048621" name="Content Placeholder 2"/>
          <p:cNvSpPr>
            <a:spLocks noGrp="1"/>
          </p:cNvSpPr>
          <p:nvPr>
            <p:ph idx="1"/>
          </p:nvPr>
        </p:nvSpPr>
        <p:spPr/>
        <p:txBody>
          <a:bodyPr/>
          <a:p>
            <a:pPr indent="0" marL="0">
              <a:buNone/>
            </a:pPr>
            <a:endParaRPr lang="en-US"/>
          </a:p>
          <a:p>
            <a:r>
              <a:rPr lang="en-US"/>
              <a:t>Home automation with Telegram provides a cost-effective, secure, and convenient way to control smart devices remotely. By integrating a Telegram bot with a microcontroller (ESP8266, ESP32, or Raspberry Pi), users can send commands to manage lights, fans, security systems, and more. This setup enhances home automation by enabling real-time control from anywhere, making it a simple yet powerful solution for smart homes.</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50" name=""/>
        <p:cNvGrpSpPr/>
        <p:nvPr/>
      </p:nvGrpSpPr>
      <p:grpSpPr>
        <a:xfrm>
          <a:off x="0" y="0"/>
          <a:ext cx="0" cy="0"/>
          <a:chOff x="0" y="0"/>
          <a:chExt cx="0" cy="0"/>
        </a:xfrm>
      </p:grpSpPr>
      <p:sp>
        <p:nvSpPr>
          <p:cNvPr id="1048622" name="Title 1"/>
          <p:cNvSpPr>
            <a:spLocks noGrp="1"/>
          </p:cNvSpPr>
          <p:nvPr>
            <p:ph type="title"/>
          </p:nvPr>
        </p:nvSpPr>
        <p:spPr/>
        <p:txBody>
          <a:bodyPr/>
          <a:p>
            <a:r>
              <a:rPr dirty="0" lang="en-US" smtClean="0"/>
              <a:t>Future Scope</a:t>
            </a:r>
            <a:endParaRPr dirty="0" lang="en-US"/>
          </a:p>
        </p:txBody>
      </p:sp>
      <p:sp>
        <p:nvSpPr>
          <p:cNvPr id="1048623" name="Content Placeholder 2"/>
          <p:cNvSpPr>
            <a:spLocks noGrp="1"/>
          </p:cNvSpPr>
          <p:nvPr>
            <p:ph idx="1"/>
          </p:nvPr>
        </p:nvSpPr>
        <p:spPr/>
        <p:txBody>
          <a:bodyPr>
            <a:normAutofit fontScale="100000" lnSpcReduction="20000"/>
          </a:bodyPr>
          <a:p>
            <a:pPr indent="0" marL="0">
              <a:buNone/>
            </a:pPr>
            <a:endParaRPr lang="en-US"/>
          </a:p>
          <a:p>
            <a:r>
              <a:rPr lang="en-US"/>
              <a:t>1. AI-Powered Automation – Integrating AI chatbots with Telegram for intelligent responses and automation based on user habits.</a:t>
            </a:r>
            <a:endParaRPr lang="en-US"/>
          </a:p>
          <a:p>
            <a:r>
              <a:rPr lang="en-US"/>
              <a:t>2. Voice Control Integration – Using voice commands via Telegram bots for hands-free control.</a:t>
            </a:r>
            <a:endParaRPr lang="en-US"/>
          </a:p>
          <a:p>
            <a:r>
              <a:rPr lang="en-US"/>
              <a:t>3. IoT &amp; Cloud Connectivity – Expanding automation with cloud-based services for better scalability and real-time monitoring.</a:t>
            </a:r>
            <a:endParaRPr lang="en-US"/>
          </a:p>
          <a:p>
            <a:r>
              <a:rPr lang="en-US"/>
              <a:t>4. Security Enhancements – Adding two-factor authentication and encrypted communication for improved safety.</a:t>
            </a:r>
            <a:endParaRPr lang="en-US"/>
          </a:p>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91" name=""/>
        <p:cNvGrpSpPr/>
        <p:nvPr/>
      </p:nvGrpSpPr>
      <p:grpSpPr>
        <a:xfrm>
          <a:off x="0" y="0"/>
          <a:ext cx="0" cy="0"/>
          <a:chOff x="0" y="0"/>
          <a:chExt cx="0" cy="0"/>
        </a:xfrm>
      </p:grpSpPr>
      <p:sp>
        <p:nvSpPr>
          <p:cNvPr id="1048761" name=""/>
          <p:cNvSpPr txBox="1"/>
          <p:nvPr/>
        </p:nvSpPr>
        <p:spPr>
          <a:xfrm>
            <a:off x="0" y="1089186"/>
            <a:ext cx="8432796" cy="4282440"/>
          </a:xfrm>
          <a:prstGeom prst="rect"/>
        </p:spPr>
        <p:txBody>
          <a:bodyPr rtlCol="0" wrap="square">
            <a:spAutoFit/>
          </a:bodyPr>
          <a:p>
            <a:pPr/>
            <a:endParaRPr sz="2800" lang="en-IN">
              <a:solidFill>
                <a:srgbClr val="000000"/>
              </a:solidFill>
            </a:endParaRPr>
          </a:p>
          <a:p>
            <a:pPr/>
            <a:r>
              <a:rPr altLang="en-IN" sz="2800" lang="en-US">
                <a:solidFill>
                  <a:srgbClr val="000000"/>
                </a:solidFill>
              </a:rPr>
              <a:t>5. Smart Home Expansion – Connecting with multiple IoT platforms like Google Home, Alexa, and Matter for a unified experience.</a:t>
            </a:r>
            <a:endParaRPr sz="2800" lang="en-IN">
              <a:solidFill>
                <a:srgbClr val="000000"/>
              </a:solidFill>
            </a:endParaRPr>
          </a:p>
          <a:p>
            <a:pPr/>
            <a:r>
              <a:rPr altLang="en-IN" sz="2800" lang="en-US">
                <a:solidFill>
                  <a:srgbClr val="000000"/>
                </a:solidFill>
              </a:rPr>
              <a:t>6. Machine Learning for Predictive Control – Learning user behavior to </a:t>
            </a:r>
            <a:r>
              <a:rPr altLang="en-IN" sz="2800" lang="en-US">
                <a:solidFill>
                  <a:srgbClr val="000000"/>
                </a:solidFill>
              </a:rPr>
              <a:t>Role-Based Access – Allowing </a:t>
            </a:r>
            <a:r>
              <a:rPr altLang="en-IN" sz="2800" lang="en-US">
                <a:solidFill>
                  <a:srgbClr val="000000"/>
                </a:solidFill>
              </a:rPr>
              <a:t> devices without manual input.</a:t>
            </a:r>
            <a:endParaRPr sz="2800" lang="en-IN">
              <a:solidFill>
                <a:srgbClr val="000000"/>
              </a:solidFill>
            </a:endParaRPr>
          </a:p>
          <a:p>
            <a:pPr/>
            <a:r>
              <a:rPr altLang="en-IN" sz="2800" lang="en-US">
                <a:solidFill>
                  <a:srgbClr val="000000"/>
                </a:solidFill>
              </a:rPr>
              <a:t>7. Multi-User &amp; different users </a:t>
            </a:r>
            <a:r>
              <a:rPr altLang="en-IN" sz="2800" lang="en-US">
                <a:solidFill>
                  <a:srgbClr val="000000"/>
                </a:solidFill>
              </a:rPr>
              <a:t>Role-Based Access – Allowing </a:t>
            </a:r>
            <a:r>
              <a:rPr altLang="en-IN" sz="2800" lang="en-US">
                <a:solidFill>
                  <a:srgbClr val="000000"/>
                </a:solidFill>
              </a:rPr>
              <a:t>control specific devices based on permissions.</a:t>
            </a:r>
            <a:endParaRPr sz="2800" lang="en-IN">
              <a:solidFill>
                <a:srgbClr val="00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51" name=""/>
        <p:cNvGrpSpPr/>
        <p:nvPr/>
      </p:nvGrpSpPr>
      <p:grpSpPr>
        <a:xfrm>
          <a:off x="0" y="0"/>
          <a:ext cx="0" cy="0"/>
          <a:chOff x="0" y="0"/>
          <a:chExt cx="0" cy="0"/>
        </a:xfrm>
      </p:grpSpPr>
      <p:sp>
        <p:nvSpPr>
          <p:cNvPr id="1048625" name="Content Placeholder 2"/>
          <p:cNvSpPr>
            <a:spLocks noGrp="1"/>
          </p:cNvSpPr>
          <p:nvPr>
            <p:ph idx="1"/>
          </p:nvPr>
        </p:nvSpPr>
        <p:spPr>
          <a:xfrm>
            <a:off x="621411" y="1860640"/>
            <a:ext cx="7239000" cy="4846320"/>
          </a:xfrm>
        </p:spPr>
        <p:txBody>
          <a:bodyPr/>
          <a:p>
            <a:pPr>
              <a:buNone/>
            </a:pPr>
            <a:r>
              <a:rPr dirty="0" lang="en-US" smtClean="0"/>
              <a:t> </a:t>
            </a:r>
          </a:p>
          <a:p>
            <a:pPr>
              <a:buNone/>
            </a:pPr>
            <a:endParaRPr dirty="0" lang="en-US"/>
          </a:p>
          <a:p>
            <a:pPr>
              <a:buNone/>
            </a:pPr>
            <a:endParaRPr dirty="0" lang="en-US" smtClean="0"/>
          </a:p>
          <a:p>
            <a:pPr>
              <a:buNone/>
            </a:pPr>
            <a:r>
              <a:rPr dirty="0" sz="4800" lang="en-US"/>
              <a:t> </a:t>
            </a:r>
            <a:r>
              <a:rPr dirty="0" sz="4800" lang="en-US" smtClean="0"/>
              <a:t>                     Thank You</a:t>
            </a:r>
            <a:endParaRPr dirty="0" sz="4800" 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Opulent">
  <a:themeElements>
    <a:clrScheme name="Opulent">
      <a:dk1>
        <a:sysClr lastClr="000000" val="windowText"/>
      </a:dk1>
      <a:lt1>
        <a:sysClr lastClr="FFFFFF" val="window"/>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r="5400000" dist="25000" rotWithShape="0">
              <a:schemeClr val="phClr">
                <a:shade val="30000"/>
                <a:satMod val="150000"/>
                <a:alpha val="38000"/>
              </a:schemeClr>
            </a:outerShdw>
          </a:effectLst>
        </a:effectStyle>
        <a:effectStyle>
          <a:effectLst>
            <a:outerShdw blurRad="39000" dir="5400000" dist="25400" rotWithShape="0">
              <a:schemeClr val="phClr">
                <a:shade val="33000"/>
                <a:alpha val="83000"/>
              </a:schemeClr>
            </a:outerShdw>
          </a:effectLst>
        </a:effectStyle>
        <a:effectStyle>
          <a:effectLst>
            <a:outerShdw blurRad="39000" dir="5400000" dist="25400" rotWithShape="0">
              <a:schemeClr val="phClr">
                <a:shade val="33000"/>
                <a:alpha val="83000"/>
              </a:schemeClr>
            </a:outerShdw>
          </a:effectLst>
          <a:scene3d>
            <a:camera prst="orthographicFront" fov="0">
              <a:rot lat="0" lon="0" rev="0"/>
            </a:camera>
            <a:lightRig dir="t" rig="contrasting">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algn="tl" flip="none" sx="50000" sy="50000" tx="0" ty="0"/>
        </a:blipFill>
      </a:bgFillStyleLst>
    </a:fmtScheme>
  </a:themeElements>
</a:theme>
</file>

<file path=ppt/theme/theme2.xml><?xml version="1.0" encoding="utf-8"?>
<a:theme xmlns:a="http://schemas.openxmlformats.org/drawingml/2006/main" name="Opulent">
  <a:themeElements>
    <a:clrScheme name="Opulent">
      <a:dk1>
        <a:sysClr lastClr="000000" val="windowText"/>
      </a:dk1>
      <a:lt1>
        <a:sysClr lastClr="FFFFFF" val="window"/>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r="5400000" dist="25000" rotWithShape="0">
              <a:schemeClr val="phClr">
                <a:shade val="30000"/>
                <a:satMod val="150000"/>
                <a:alpha val="38000"/>
              </a:schemeClr>
            </a:outerShdw>
          </a:effectLst>
        </a:effectStyle>
        <a:effectStyle>
          <a:effectLst>
            <a:outerShdw blurRad="39000" dir="5400000" dist="25400" rotWithShape="0">
              <a:schemeClr val="phClr">
                <a:shade val="33000"/>
                <a:alpha val="83000"/>
              </a:schemeClr>
            </a:outerShdw>
          </a:effectLst>
        </a:effectStyle>
        <a:effectStyle>
          <a:effectLst>
            <a:outerShdw blurRad="39000" dir="5400000" dist="25400" rotWithShape="0">
              <a:schemeClr val="phClr">
                <a:shade val="33000"/>
                <a:alpha val="83000"/>
              </a:schemeClr>
            </a:outerShdw>
          </a:effectLst>
          <a:scene3d>
            <a:camera prst="orthographicFront" fov="0">
              <a:rot lat="0" lon="0" rev="0"/>
            </a:camera>
            <a:lightRig dir="t" rig="contrasting">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algn="tl" flip="none" sx="50000" sy="50000" tx="0" ty="0"/>
        </a:blipFill>
      </a:bgFillStyleLst>
    </a:fmtScheme>
  </a:themeElements>
</a:theme>
</file>

<file path=ppt/theme/theme3.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12.0000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Project Tile</dc:title>
  <dc:creator>Navya</dc:creator>
  <cp:lastModifiedBy>Navya</cp:lastModifiedBy>
  <dcterms:created xsi:type="dcterms:W3CDTF">2025-02-27T20:39:13Z</dcterms:created>
  <dcterms:modified xsi:type="dcterms:W3CDTF">2025-03-28T13:42:27Z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4c94f5eb3c414362abbff8e72a20e431</vt:lpwstr>
  </property>
</Properties>
</file>